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188" r:id="rId1"/>
    <p:sldMasterId id="2147484151" r:id="rId2"/>
    <p:sldMasterId id="2147484172" r:id="rId3"/>
  </p:sldMasterIdLst>
  <p:notesMasterIdLst>
    <p:notesMasterId r:id="rId11"/>
  </p:notesMasterIdLst>
  <p:handoutMasterIdLst>
    <p:handoutMasterId r:id="rId12"/>
  </p:handoutMasterIdLst>
  <p:sldIdLst>
    <p:sldId id="632" r:id="rId4"/>
    <p:sldId id="837" r:id="rId5"/>
    <p:sldId id="847" r:id="rId6"/>
    <p:sldId id="848" r:id="rId7"/>
    <p:sldId id="849" r:id="rId8"/>
    <p:sldId id="850" r:id="rId9"/>
    <p:sldId id="851" r:id="rId10"/>
  </p:sldIdLst>
  <p:sldSz cx="12192000" cy="6858000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8" charset="0"/>
        <a:ea typeface="굴림" pitchFamily="34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5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2043"/>
    <a:srgbClr val="75787B"/>
    <a:srgbClr val="EB7925"/>
    <a:srgbClr val="CA4F00"/>
    <a:srgbClr val="EE7A25"/>
    <a:srgbClr val="E7DC5D"/>
    <a:srgbClr val="7F8184"/>
    <a:srgbClr val="508590"/>
    <a:srgbClr val="ED7A25"/>
    <a:srgbClr val="F37D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433" autoAdjust="0"/>
    <p:restoredTop sz="93295" autoAdjust="0"/>
  </p:normalViewPr>
  <p:slideViewPr>
    <p:cSldViewPr snapToGrid="0">
      <p:cViewPr varScale="1">
        <p:scale>
          <a:sx n="103" d="100"/>
          <a:sy n="103" d="100"/>
        </p:scale>
        <p:origin x="1170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6" d="100"/>
          <a:sy n="46" d="100"/>
        </p:scale>
        <p:origin x="2664" y="28"/>
      </p:cViewPr>
      <p:guideLst>
        <p:guide orient="horz" pos="3025"/>
        <p:guide pos="23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heme" Target="theme/theme1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rshan Sarojini" userId="07b82a2003645659" providerId="LiveId" clId="{F3534C78-CF85-4D27-94C9-70A9AB3FCFE5}"/>
    <pc:docChg chg="undo redo custSel addSld delSld modSld sldOrd delSection modSection">
      <pc:chgData name="Darshan Sarojini" userId="07b82a2003645659" providerId="LiveId" clId="{F3534C78-CF85-4D27-94C9-70A9AB3FCFE5}" dt="2024-01-29T22:19:27.673" v="878" actId="47"/>
      <pc:docMkLst>
        <pc:docMk/>
      </pc:docMkLst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2130529940" sldId="281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2130710414" sldId="282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3040883963" sldId="283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2125335898" sldId="284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4047664823" sldId="285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357941983" sldId="286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731351013" sldId="287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412953158" sldId="289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675062146" sldId="290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2697522781" sldId="294"/>
        </pc:sldMkLst>
      </pc:sldChg>
      <pc:sldChg chg="del">
        <pc:chgData name="Darshan Sarojini" userId="07b82a2003645659" providerId="LiveId" clId="{F3534C78-CF85-4D27-94C9-70A9AB3FCFE5}" dt="2024-01-29T22:18:22.815" v="871" actId="18676"/>
        <pc:sldMkLst>
          <pc:docMk/>
          <pc:sldMk cId="2952815848" sldId="298"/>
        </pc:sldMkLst>
      </pc:sldChg>
      <pc:sldChg chg="del">
        <pc:chgData name="Darshan Sarojini" userId="07b82a2003645659" providerId="LiveId" clId="{F3534C78-CF85-4D27-94C9-70A9AB3FCFE5}" dt="2024-01-29T22:18:08.992" v="869" actId="18676"/>
        <pc:sldMkLst>
          <pc:docMk/>
          <pc:sldMk cId="2514208116" sldId="299"/>
        </pc:sldMkLst>
      </pc:sldChg>
      <pc:sldChg chg="del">
        <pc:chgData name="Darshan Sarojini" userId="07b82a2003645659" providerId="LiveId" clId="{F3534C78-CF85-4D27-94C9-70A9AB3FCFE5}" dt="2024-01-29T22:18:22.815" v="871" actId="18676"/>
        <pc:sldMkLst>
          <pc:docMk/>
          <pc:sldMk cId="742715143" sldId="300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2473206941" sldId="303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131864851" sldId="308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591551432" sldId="309"/>
        </pc:sldMkLst>
      </pc:sldChg>
      <pc:sldChg chg="del">
        <pc:chgData name="Darshan Sarojini" userId="07b82a2003645659" providerId="LiveId" clId="{F3534C78-CF85-4D27-94C9-70A9AB3FCFE5}" dt="2024-01-29T22:18:22.815" v="871" actId="18676"/>
        <pc:sldMkLst>
          <pc:docMk/>
          <pc:sldMk cId="2317155393" sldId="311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3009289433" sldId="348"/>
        </pc:sldMkLst>
      </pc:sldChg>
      <pc:sldChg chg="del">
        <pc:chgData name="Darshan Sarojini" userId="07b82a2003645659" providerId="LiveId" clId="{F3534C78-CF85-4D27-94C9-70A9AB3FCFE5}" dt="2024-01-29T22:18:08.992" v="869" actId="18676"/>
        <pc:sldMkLst>
          <pc:docMk/>
          <pc:sldMk cId="4003812588" sldId="353"/>
        </pc:sldMkLst>
      </pc:sldChg>
      <pc:sldChg chg="modSp mod">
        <pc:chgData name="Darshan Sarojini" userId="07b82a2003645659" providerId="LiveId" clId="{F3534C78-CF85-4D27-94C9-70A9AB3FCFE5}" dt="2024-01-29T22:16:57.712" v="868" actId="20577"/>
        <pc:sldMkLst>
          <pc:docMk/>
          <pc:sldMk cId="2079063745" sldId="358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2579735112" sldId="374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1821746015" sldId="376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2229760122" sldId="377"/>
        </pc:sldMkLst>
      </pc:sldChg>
      <pc:sldChg chg="addSp delSp modSp mod delAnim modAnim">
        <pc:chgData name="Darshan Sarojini" userId="07b82a2003645659" providerId="LiveId" clId="{F3534C78-CF85-4D27-94C9-70A9AB3FCFE5}" dt="2024-01-29T22:08:34.154" v="785"/>
        <pc:sldMkLst>
          <pc:docMk/>
          <pc:sldMk cId="2133879475" sldId="378"/>
        </pc:sldMkLst>
      </pc:sldChg>
      <pc:sldChg chg="modAnim">
        <pc:chgData name="Darshan Sarojini" userId="07b82a2003645659" providerId="LiveId" clId="{F3534C78-CF85-4D27-94C9-70A9AB3FCFE5}" dt="2024-01-29T22:03:35.502" v="707"/>
        <pc:sldMkLst>
          <pc:docMk/>
          <pc:sldMk cId="527274537" sldId="381"/>
        </pc:sldMkLst>
      </pc:sldChg>
      <pc:sldChg chg="del">
        <pc:chgData name="Darshan Sarojini" userId="07b82a2003645659" providerId="LiveId" clId="{F3534C78-CF85-4D27-94C9-70A9AB3FCFE5}" dt="2024-01-29T22:18:08.992" v="869" actId="18676"/>
        <pc:sldMkLst>
          <pc:docMk/>
          <pc:sldMk cId="4247486189" sldId="384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3355912407" sldId="389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3386942484" sldId="390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1174807097" sldId="391"/>
        </pc:sldMkLst>
      </pc:sldChg>
      <pc:sldChg chg="del">
        <pc:chgData name="Darshan Sarojini" userId="07b82a2003645659" providerId="LiveId" clId="{F3534C78-CF85-4D27-94C9-70A9AB3FCFE5}" dt="2024-01-29T22:18:08.992" v="869" actId="18676"/>
        <pc:sldMkLst>
          <pc:docMk/>
          <pc:sldMk cId="764595863" sldId="397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420213354" sldId="398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921969593" sldId="402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2134660036" sldId="415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1710586768" sldId="416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1434090986" sldId="417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1964316110" sldId="418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508160048" sldId="419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10744226" sldId="420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832838233" sldId="422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07329598" sldId="423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791088723" sldId="424"/>
        </pc:sldMkLst>
      </pc:sldChg>
      <pc:sldChg chg="del">
        <pc:chgData name="Darshan Sarojini" userId="07b82a2003645659" providerId="LiveId" clId="{F3534C78-CF85-4D27-94C9-70A9AB3FCFE5}" dt="2024-01-29T22:18:28.875" v="872" actId="18676"/>
        <pc:sldMkLst>
          <pc:docMk/>
          <pc:sldMk cId="3189475196" sldId="448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4111429412" sldId="449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4001081972" sldId="450"/>
        </pc:sldMkLst>
      </pc:sldChg>
      <pc:sldChg chg="del">
        <pc:chgData name="Darshan Sarojini" userId="07b82a2003645659" providerId="LiveId" clId="{F3534C78-CF85-4D27-94C9-70A9AB3FCFE5}" dt="2024-01-29T22:18:35.670" v="873" actId="18676"/>
        <pc:sldMkLst>
          <pc:docMk/>
          <pc:sldMk cId="3715612114" sldId="451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1768967669" sldId="455"/>
        </pc:sldMkLst>
      </pc:sldChg>
      <pc:sldChg chg="del">
        <pc:chgData name="Darshan Sarojini" userId="07b82a2003645659" providerId="LiveId" clId="{F3534C78-CF85-4D27-94C9-70A9AB3FCFE5}" dt="2024-01-29T22:18:08.992" v="869" actId="18676"/>
        <pc:sldMkLst>
          <pc:docMk/>
          <pc:sldMk cId="3530856752" sldId="478"/>
        </pc:sldMkLst>
      </pc:sldChg>
      <pc:sldChg chg="addSp delSp mod modNotesTx">
        <pc:chgData name="Darshan Sarojini" userId="07b82a2003645659" providerId="LiveId" clId="{F3534C78-CF85-4D27-94C9-70A9AB3FCFE5}" dt="2024-01-29T22:18:46.562" v="875" actId="20577"/>
        <pc:sldMkLst>
          <pc:docMk/>
          <pc:sldMk cId="538823544" sldId="479"/>
        </pc:sldMkLst>
      </pc:sldChg>
      <pc:sldChg chg="modNotesTx">
        <pc:chgData name="Darshan Sarojini" userId="07b82a2003645659" providerId="LiveId" clId="{F3534C78-CF85-4D27-94C9-70A9AB3FCFE5}" dt="2024-01-29T22:19:00.825" v="876" actId="6549"/>
        <pc:sldMkLst>
          <pc:docMk/>
          <pc:sldMk cId="1951997457" sldId="481"/>
        </pc:sldMkLst>
      </pc:sldChg>
      <pc:sldChg chg="modSp">
        <pc:chgData name="Darshan Sarojini" userId="07b82a2003645659" providerId="LiveId" clId="{F3534C78-CF85-4D27-94C9-70A9AB3FCFE5}" dt="2024-01-29T22:15:15.767" v="812" actId="20577"/>
        <pc:sldMkLst>
          <pc:docMk/>
          <pc:sldMk cId="3161051758" sldId="485"/>
        </pc:sldMkLst>
      </pc:sldChg>
      <pc:sldChg chg="del">
        <pc:chgData name="Darshan Sarojini" userId="07b82a2003645659" providerId="LiveId" clId="{F3534C78-CF85-4D27-94C9-70A9AB3FCFE5}" dt="2024-01-29T22:18:15.052" v="870" actId="18676"/>
        <pc:sldMkLst>
          <pc:docMk/>
          <pc:sldMk cId="3081263695" sldId="494"/>
        </pc:sldMkLst>
      </pc:sldChg>
      <pc:sldChg chg="modSp del mod">
        <pc:chgData name="Darshan Sarojini" userId="07b82a2003645659" providerId="LiveId" clId="{F3534C78-CF85-4D27-94C9-70A9AB3FCFE5}" dt="2024-01-29T21:46:21.824" v="540" actId="47"/>
        <pc:sldMkLst>
          <pc:docMk/>
          <pc:sldMk cId="6582038" sldId="501"/>
        </pc:sldMkLst>
      </pc:sldChg>
      <pc:sldChg chg="del">
        <pc:chgData name="Darshan Sarojini" userId="07b82a2003645659" providerId="LiveId" clId="{F3534C78-CF85-4D27-94C9-70A9AB3FCFE5}" dt="2024-01-29T22:18:40.241" v="874" actId="18676"/>
        <pc:sldMkLst>
          <pc:docMk/>
          <pc:sldMk cId="1052056974" sldId="513"/>
        </pc:sldMkLst>
      </pc:sldChg>
      <pc:sldChg chg="del">
        <pc:chgData name="Darshan Sarojini" userId="07b82a2003645659" providerId="LiveId" clId="{F3534C78-CF85-4D27-94C9-70A9AB3FCFE5}" dt="2024-01-29T22:18:40.241" v="874" actId="18676"/>
        <pc:sldMkLst>
          <pc:docMk/>
          <pc:sldMk cId="108721284" sldId="514"/>
        </pc:sldMkLst>
      </pc:sldChg>
      <pc:sldChg chg="del">
        <pc:chgData name="Darshan Sarojini" userId="07b82a2003645659" providerId="LiveId" clId="{F3534C78-CF85-4D27-94C9-70A9AB3FCFE5}" dt="2024-01-29T22:18:40.241" v="874" actId="18676"/>
        <pc:sldMkLst>
          <pc:docMk/>
          <pc:sldMk cId="1337333913" sldId="515"/>
        </pc:sldMkLst>
      </pc:sldChg>
      <pc:sldChg chg="del">
        <pc:chgData name="Darshan Sarojini" userId="07b82a2003645659" providerId="LiveId" clId="{F3534C78-CF85-4D27-94C9-70A9AB3FCFE5}" dt="2024-01-29T22:18:40.241" v="874" actId="18676"/>
        <pc:sldMkLst>
          <pc:docMk/>
          <pc:sldMk cId="3101347150" sldId="516"/>
        </pc:sldMkLst>
      </pc:sldChg>
      <pc:sldChg chg="modSp del modAnim">
        <pc:chgData name="Darshan Sarojini" userId="07b82a2003645659" providerId="LiveId" clId="{F3534C78-CF85-4D27-94C9-70A9AB3FCFE5}" dt="2024-01-29T21:56:05.681" v="647" actId="47"/>
        <pc:sldMkLst>
          <pc:docMk/>
          <pc:sldMk cId="3325735163" sldId="520"/>
        </pc:sldMkLst>
      </pc:sldChg>
      <pc:sldChg chg="modSp del modAnim">
        <pc:chgData name="Darshan Sarojini" userId="07b82a2003645659" providerId="LiveId" clId="{F3534C78-CF85-4D27-94C9-70A9AB3FCFE5}" dt="2024-01-29T21:56:47.458" v="657" actId="47"/>
        <pc:sldMkLst>
          <pc:docMk/>
          <pc:sldMk cId="727096830" sldId="521"/>
        </pc:sldMkLst>
      </pc:sldChg>
      <pc:sldChg chg="addSp delSp modSp mod ord modAnim">
        <pc:chgData name="Darshan Sarojini" userId="07b82a2003645659" providerId="LiveId" clId="{F3534C78-CF85-4D27-94C9-70A9AB3FCFE5}" dt="2024-01-29T22:07:58.013" v="782"/>
        <pc:sldMkLst>
          <pc:docMk/>
          <pc:sldMk cId="1837821996" sldId="522"/>
        </pc:sldMkLst>
      </pc:sldChg>
      <pc:sldChg chg="del">
        <pc:chgData name="Darshan Sarojini" userId="07b82a2003645659" providerId="LiveId" clId="{F3534C78-CF85-4D27-94C9-70A9AB3FCFE5}" dt="2024-01-29T22:19:27.673" v="878" actId="47"/>
        <pc:sldMkLst>
          <pc:docMk/>
          <pc:sldMk cId="2207792119" sldId="537"/>
        </pc:sldMkLst>
      </pc:sldChg>
      <pc:sldChg chg="modNotesTx">
        <pc:chgData name="Darshan Sarojini" userId="07b82a2003645659" providerId="LiveId" clId="{F3534C78-CF85-4D27-94C9-70A9AB3FCFE5}" dt="2024-01-29T22:19:17.071" v="877" actId="20577"/>
        <pc:sldMkLst>
          <pc:docMk/>
          <pc:sldMk cId="948493633" sldId="539"/>
        </pc:sldMkLst>
      </pc:sldChg>
      <pc:sldChg chg="modSp modAnim">
        <pc:chgData name="Darshan Sarojini" userId="07b82a2003645659" providerId="LiveId" clId="{F3534C78-CF85-4D27-94C9-70A9AB3FCFE5}" dt="2024-01-29T22:02:41.451" v="705"/>
        <pc:sldMkLst>
          <pc:docMk/>
          <pc:sldMk cId="573700853" sldId="540"/>
        </pc:sldMkLst>
      </pc:sldChg>
      <pc:sldChg chg="addSp modSp mod modAnim">
        <pc:chgData name="Darshan Sarojini" userId="07b82a2003645659" providerId="LiveId" clId="{F3534C78-CF85-4D27-94C9-70A9AB3FCFE5}" dt="2024-01-29T21:29:25.576" v="472" actId="207"/>
        <pc:sldMkLst>
          <pc:docMk/>
          <pc:sldMk cId="1993522049" sldId="541"/>
        </pc:sldMkLst>
      </pc:sldChg>
      <pc:sldChg chg="delSp modSp mod">
        <pc:chgData name="Darshan Sarojini" userId="07b82a2003645659" providerId="LiveId" clId="{F3534C78-CF85-4D27-94C9-70A9AB3FCFE5}" dt="2024-01-29T22:03:08.147" v="706"/>
        <pc:sldMkLst>
          <pc:docMk/>
          <pc:sldMk cId="4135370704" sldId="542"/>
        </pc:sldMkLst>
      </pc:sldChg>
      <pc:sldChg chg="del">
        <pc:chgData name="Darshan Sarojini" userId="07b82a2003645659" providerId="LiveId" clId="{F3534C78-CF85-4D27-94C9-70A9AB3FCFE5}" dt="2024-01-29T21:25:02.333" v="369" actId="47"/>
        <pc:sldMkLst>
          <pc:docMk/>
          <pc:sldMk cId="2936461227" sldId="546"/>
        </pc:sldMkLst>
      </pc:sldChg>
      <pc:sldChg chg="modSp mod">
        <pc:chgData name="Darshan Sarojini" userId="07b82a2003645659" providerId="LiveId" clId="{F3534C78-CF85-4D27-94C9-70A9AB3FCFE5}" dt="2024-01-29T22:14:22.625" v="801" actId="20577"/>
        <pc:sldMkLst>
          <pc:docMk/>
          <pc:sldMk cId="3296685281" sldId="549"/>
        </pc:sldMkLst>
      </pc:sldChg>
      <pc:sldChg chg="modSp mod">
        <pc:chgData name="Darshan Sarojini" userId="07b82a2003645659" providerId="LiveId" clId="{F3534C78-CF85-4D27-94C9-70A9AB3FCFE5}" dt="2024-01-29T22:07:07.655" v="781"/>
        <pc:sldMkLst>
          <pc:docMk/>
          <pc:sldMk cId="1803261198" sldId="550"/>
        </pc:sldMkLst>
      </pc:sldChg>
      <pc:sldChg chg="modSp mod">
        <pc:chgData name="Darshan Sarojini" userId="07b82a2003645659" providerId="LiveId" clId="{F3534C78-CF85-4D27-94C9-70A9AB3FCFE5}" dt="2024-01-29T22:06:25.475" v="780"/>
        <pc:sldMkLst>
          <pc:docMk/>
          <pc:sldMk cId="2508703556" sldId="552"/>
        </pc:sldMkLst>
      </pc:sldChg>
      <pc:sldChg chg="modSp mod">
        <pc:chgData name="Darshan Sarojini" userId="07b82a2003645659" providerId="LiveId" clId="{F3534C78-CF85-4D27-94C9-70A9AB3FCFE5}" dt="2024-01-29T22:06:08.655" v="778" actId="20577"/>
        <pc:sldMkLst>
          <pc:docMk/>
          <pc:sldMk cId="1291078295" sldId="555"/>
        </pc:sldMkLst>
      </pc:sldChg>
      <pc:sldChg chg="modSp mod">
        <pc:chgData name="Darshan Sarojini" userId="07b82a2003645659" providerId="LiveId" clId="{F3534C78-CF85-4D27-94C9-70A9AB3FCFE5}" dt="2024-01-29T22:05:59.068" v="758" actId="20577"/>
        <pc:sldMkLst>
          <pc:docMk/>
          <pc:sldMk cId="1817425970" sldId="556"/>
        </pc:sldMkLst>
      </pc:sldChg>
      <pc:sldChg chg="modSp mod">
        <pc:chgData name="Darshan Sarojini" userId="07b82a2003645659" providerId="LiveId" clId="{F3534C78-CF85-4D27-94C9-70A9AB3FCFE5}" dt="2024-01-29T22:06:17.181" v="779"/>
        <pc:sldMkLst>
          <pc:docMk/>
          <pc:sldMk cId="973244561" sldId="557"/>
        </pc:sldMkLst>
      </pc:sldChg>
      <pc:sldChg chg="addSp delSp modSp add del modTransition">
        <pc:chgData name="Darshan Sarojini" userId="07b82a2003645659" providerId="LiveId" clId="{F3534C78-CF85-4D27-94C9-70A9AB3FCFE5}" dt="2024-01-29T21:58:33.340" v="677" actId="47"/>
        <pc:sldMkLst>
          <pc:docMk/>
          <pc:sldMk cId="3253139200" sldId="567"/>
        </pc:sldMkLst>
      </pc:sldChg>
      <pc:sldChg chg="add del">
        <pc:chgData name="Darshan Sarojini" userId="07b82a2003645659" providerId="LiveId" clId="{F3534C78-CF85-4D27-94C9-70A9AB3FCFE5}" dt="2024-01-29T21:56:53.931" v="658" actId="47"/>
        <pc:sldMkLst>
          <pc:docMk/>
          <pc:sldMk cId="1586532299" sldId="568"/>
        </pc:sldMkLst>
      </pc:sldChg>
      <pc:sldChg chg="addSp delSp modSp add mod modTransition">
        <pc:chgData name="Darshan Sarojini" userId="07b82a2003645659" providerId="LiveId" clId="{F3534C78-CF85-4D27-94C9-70A9AB3FCFE5}" dt="2024-01-29T22:00:55.915" v="698"/>
        <pc:sldMkLst>
          <pc:docMk/>
          <pc:sldMk cId="452602918" sldId="569"/>
        </pc:sldMkLst>
      </pc:sldChg>
      <pc:sldChg chg="add del">
        <pc:chgData name="Darshan Sarojini" userId="07b82a2003645659" providerId="LiveId" clId="{F3534C78-CF85-4D27-94C9-70A9AB3FCFE5}" dt="2024-01-29T21:53:14.119" v="625" actId="47"/>
        <pc:sldMkLst>
          <pc:docMk/>
          <pc:sldMk cId="3265708379" sldId="570"/>
        </pc:sldMkLst>
      </pc:sldChg>
      <pc:sldChg chg="addSp delSp modSp add mod modTransition">
        <pc:chgData name="Darshan Sarojini" userId="07b82a2003645659" providerId="LiveId" clId="{F3534C78-CF85-4D27-94C9-70A9AB3FCFE5}" dt="2024-01-29T22:01:01.297" v="699"/>
        <pc:sldMkLst>
          <pc:docMk/>
          <pc:sldMk cId="4085349270" sldId="571"/>
        </pc:sldMkLst>
      </pc:sldChg>
      <pc:sldChg chg="addSp modSp add mod ord modTransition">
        <pc:chgData name="Darshan Sarojini" userId="07b82a2003645659" providerId="LiveId" clId="{F3534C78-CF85-4D27-94C9-70A9AB3FCFE5}" dt="2024-01-29T21:55:20.346" v="637" actId="1076"/>
        <pc:sldMkLst>
          <pc:docMk/>
          <pc:sldMk cId="2478560980" sldId="572"/>
        </pc:sldMkLst>
      </pc:sldChg>
      <pc:sldChg chg="modSp add mod modTransition">
        <pc:chgData name="Darshan Sarojini" userId="07b82a2003645659" providerId="LiveId" clId="{F3534C78-CF85-4D27-94C9-70A9AB3FCFE5}" dt="2024-01-29T21:58:55.707" v="683" actId="14100"/>
        <pc:sldMkLst>
          <pc:docMk/>
          <pc:sldMk cId="751098885" sldId="573"/>
        </pc:sldMkLst>
      </pc:sldChg>
      <pc:sldChg chg="addSp modSp add mod ord modTransition">
        <pc:chgData name="Darshan Sarojini" userId="07b82a2003645659" providerId="LiveId" clId="{F3534C78-CF85-4D27-94C9-70A9AB3FCFE5}" dt="2024-01-29T21:58:51.349" v="682" actId="14100"/>
        <pc:sldMkLst>
          <pc:docMk/>
          <pc:sldMk cId="285235562" sldId="574"/>
        </pc:sldMkLst>
      </pc:sldChg>
      <pc:sldChg chg="modSp add mod modTransition">
        <pc:chgData name="Darshan Sarojini" userId="07b82a2003645659" providerId="LiveId" clId="{F3534C78-CF85-4D27-94C9-70A9AB3FCFE5}" dt="2024-01-29T21:58:47.343" v="681" actId="14100"/>
        <pc:sldMkLst>
          <pc:docMk/>
          <pc:sldMk cId="588893530" sldId="575"/>
        </pc:sldMkLst>
      </pc:sldChg>
      <pc:sldChg chg="add del">
        <pc:chgData name="Darshan Sarojini" userId="07b82a2003645659" providerId="LiveId" clId="{F3534C78-CF85-4D27-94C9-70A9AB3FCFE5}" dt="2024-01-29T21:56:14.980" v="649" actId="2890"/>
        <pc:sldMkLst>
          <pc:docMk/>
          <pc:sldMk cId="1178531549" sldId="575"/>
        </pc:sldMkLst>
      </pc:sldChg>
      <pc:sldChg chg="add del">
        <pc:chgData name="Darshan Sarojini" userId="07b82a2003645659" providerId="LiveId" clId="{F3534C78-CF85-4D27-94C9-70A9AB3FCFE5}" dt="2024-01-29T21:57:01.539" v="660" actId="2890"/>
        <pc:sldMkLst>
          <pc:docMk/>
          <pc:sldMk cId="2628943924" sldId="576"/>
        </pc:sldMkLst>
      </pc:sldChg>
      <pc:sldChg chg="addSp modSp add mod ord modTransition">
        <pc:chgData name="Darshan Sarojini" userId="07b82a2003645659" providerId="LiveId" clId="{F3534C78-CF85-4D27-94C9-70A9AB3FCFE5}" dt="2024-01-29T21:58:40.623" v="679" actId="14100"/>
        <pc:sldMkLst>
          <pc:docMk/>
          <pc:sldMk cId="4217037838" sldId="576"/>
        </pc:sldMkLst>
      </pc:sldChg>
      <pc:sldChg chg="modSp add mod modTransition">
        <pc:chgData name="Darshan Sarojini" userId="07b82a2003645659" providerId="LiveId" clId="{F3534C78-CF85-4D27-94C9-70A9AB3FCFE5}" dt="2024-01-29T21:58:30.498" v="676" actId="14100"/>
        <pc:sldMkLst>
          <pc:docMk/>
          <pc:sldMk cId="1902679670" sldId="577"/>
        </pc:sldMkLst>
      </pc:sldChg>
    </pc:docChg>
  </pc:docChgLst>
  <pc:docChgLst>
    <pc:chgData name="Sarojini, Darshan" userId="4491a6a1-12b4-4d1a-b54b-dd868d934e96" providerId="ADAL" clId="{8B14678A-6AD8-4605-A710-51CD0FB1D3E8}"/>
    <pc:docChg chg="modSld">
      <pc:chgData name="Sarojini, Darshan" userId="4491a6a1-12b4-4d1a-b54b-dd868d934e96" providerId="ADAL" clId="{8B14678A-6AD8-4605-A710-51CD0FB1D3E8}" dt="2024-09-11T12:47:52.292" v="1" actId="20577"/>
      <pc:docMkLst>
        <pc:docMk/>
      </pc:docMkLst>
      <pc:sldChg chg="modSp">
        <pc:chgData name="Sarojini, Darshan" userId="4491a6a1-12b4-4d1a-b54b-dd868d934e96" providerId="ADAL" clId="{8B14678A-6AD8-4605-A710-51CD0FB1D3E8}" dt="2024-09-11T12:47:52.292" v="1" actId="20577"/>
        <pc:sldMkLst>
          <pc:docMk/>
          <pc:sldMk cId="1036693408" sldId="594"/>
        </pc:sldMkLst>
      </pc:sldChg>
    </pc:docChg>
  </pc:docChgLst>
  <pc:docChgLst>
    <pc:chgData name="Darshan Sarojini" userId="07b82a2003645659" providerId="LiveId" clId="{F980CE4C-9FA8-4CFD-9D04-A151692A863A}"/>
    <pc:docChg chg="modSld">
      <pc:chgData name="Darshan Sarojini" userId="07b82a2003645659" providerId="LiveId" clId="{F980CE4C-9FA8-4CFD-9D04-A151692A863A}" dt="2024-01-25T21:05:47.846" v="19" actId="207"/>
      <pc:docMkLst>
        <pc:docMk/>
      </pc:docMkLst>
      <pc:sldChg chg="modNotesTx">
        <pc:chgData name="Darshan Sarojini" userId="07b82a2003645659" providerId="LiveId" clId="{F980CE4C-9FA8-4CFD-9D04-A151692A863A}" dt="2024-01-25T21:05:21.581" v="18" actId="20577"/>
        <pc:sldMkLst>
          <pc:docMk/>
          <pc:sldMk cId="2854241600" sldId="468"/>
        </pc:sldMkLst>
      </pc:sldChg>
      <pc:sldChg chg="modSp mod">
        <pc:chgData name="Darshan Sarojini" userId="07b82a2003645659" providerId="LiveId" clId="{F980CE4C-9FA8-4CFD-9D04-A151692A863A}" dt="2024-01-25T21:05:47.846" v="19" actId="207"/>
        <pc:sldMkLst>
          <pc:docMk/>
          <pc:sldMk cId="135973137" sldId="500"/>
        </pc:sldMkLst>
      </pc:sldChg>
    </pc:docChg>
  </pc:docChgLst>
  <pc:docChgLst>
    <pc:chgData name="Sarojini, Darshan" userId="4491a6a1-12b4-4d1a-b54b-dd868d934e96" providerId="ADAL" clId="{FF4D07C8-FF20-4307-9A9F-9A197C651242}"/>
    <pc:docChg chg="undo custSel addSld modSld">
      <pc:chgData name="Sarojini, Darshan" userId="4491a6a1-12b4-4d1a-b54b-dd868d934e96" providerId="ADAL" clId="{FF4D07C8-FF20-4307-9A9F-9A197C651242}" dt="2024-09-03T21:55:43.180" v="307" actId="6549"/>
      <pc:docMkLst>
        <pc:docMk/>
      </pc:docMkLst>
      <pc:sldChg chg="modSp">
        <pc:chgData name="Sarojini, Darshan" userId="4491a6a1-12b4-4d1a-b54b-dd868d934e96" providerId="ADAL" clId="{FF4D07C8-FF20-4307-9A9F-9A197C651242}" dt="2024-08-28T22:57:56.441" v="248" actId="20577"/>
        <pc:sldMkLst>
          <pc:docMk/>
          <pc:sldMk cId="1198095131" sldId="585"/>
        </pc:sldMkLst>
      </pc:sldChg>
      <pc:sldChg chg="addSp delSp modSp mod">
        <pc:chgData name="Sarojini, Darshan" userId="4491a6a1-12b4-4d1a-b54b-dd868d934e96" providerId="ADAL" clId="{FF4D07C8-FF20-4307-9A9F-9A197C651242}" dt="2024-08-24T20:13:00.130" v="50" actId="1076"/>
        <pc:sldMkLst>
          <pc:docMk/>
          <pc:sldMk cId="1883532640" sldId="587"/>
        </pc:sldMkLst>
      </pc:sldChg>
      <pc:sldChg chg="modSp mod">
        <pc:chgData name="Sarojini, Darshan" userId="4491a6a1-12b4-4d1a-b54b-dd868d934e96" providerId="ADAL" clId="{FF4D07C8-FF20-4307-9A9F-9A197C651242}" dt="2024-08-30T19:16:15.197" v="291" actId="403"/>
        <pc:sldMkLst>
          <pc:docMk/>
          <pc:sldMk cId="2536277698" sldId="588"/>
        </pc:sldMkLst>
      </pc:sldChg>
      <pc:sldChg chg="modSp modAnim">
        <pc:chgData name="Sarojini, Darshan" userId="4491a6a1-12b4-4d1a-b54b-dd868d934e96" providerId="ADAL" clId="{FF4D07C8-FF20-4307-9A9F-9A197C651242}" dt="2024-08-28T23:03:46.685" v="265"/>
        <pc:sldMkLst>
          <pc:docMk/>
          <pc:sldMk cId="824021390" sldId="600"/>
        </pc:sldMkLst>
      </pc:sldChg>
      <pc:sldChg chg="modAnim">
        <pc:chgData name="Sarojini, Darshan" userId="4491a6a1-12b4-4d1a-b54b-dd868d934e96" providerId="ADAL" clId="{FF4D07C8-FF20-4307-9A9F-9A197C651242}" dt="2024-08-28T23:04:17.676" v="270"/>
        <pc:sldMkLst>
          <pc:docMk/>
          <pc:sldMk cId="1665882402" sldId="601"/>
        </pc:sldMkLst>
      </pc:sldChg>
      <pc:sldChg chg="modSp">
        <pc:chgData name="Sarojini, Darshan" userId="4491a6a1-12b4-4d1a-b54b-dd868d934e96" providerId="ADAL" clId="{FF4D07C8-FF20-4307-9A9F-9A197C651242}" dt="2024-09-03T21:55:43.180" v="307" actId="6549"/>
        <pc:sldMkLst>
          <pc:docMk/>
          <pc:sldMk cId="2018625246" sldId="607"/>
        </pc:sldMkLst>
      </pc:sldChg>
      <pc:sldChg chg="modAnim">
        <pc:chgData name="Sarojini, Darshan" userId="4491a6a1-12b4-4d1a-b54b-dd868d934e96" providerId="ADAL" clId="{FF4D07C8-FF20-4307-9A9F-9A197C651242}" dt="2024-08-28T23:01:07.823" v="260"/>
        <pc:sldMkLst>
          <pc:docMk/>
          <pc:sldMk cId="2898770527" sldId="608"/>
        </pc:sldMkLst>
      </pc:sldChg>
      <pc:sldChg chg="modSp mod">
        <pc:chgData name="Sarojini, Darshan" userId="4491a6a1-12b4-4d1a-b54b-dd868d934e96" providerId="ADAL" clId="{FF4D07C8-FF20-4307-9A9F-9A197C651242}" dt="2024-08-24T18:24:33.574" v="39"/>
        <pc:sldMkLst>
          <pc:docMk/>
          <pc:sldMk cId="3192463042" sldId="619"/>
        </pc:sldMkLst>
      </pc:sldChg>
      <pc:sldChg chg="add">
        <pc:chgData name="Sarojini, Darshan" userId="4491a6a1-12b4-4d1a-b54b-dd868d934e96" providerId="ADAL" clId="{FF4D07C8-FF20-4307-9A9F-9A197C651242}" dt="2024-08-24T20:12:14.336" v="40" actId="2890"/>
        <pc:sldMkLst>
          <pc:docMk/>
          <pc:sldMk cId="3495772503" sldId="620"/>
        </pc:sldMkLst>
      </pc:sldChg>
      <pc:sldChg chg="addSp delSp modSp add mod modAnim">
        <pc:chgData name="Sarojini, Darshan" userId="4491a6a1-12b4-4d1a-b54b-dd868d934e96" providerId="ADAL" clId="{FF4D07C8-FF20-4307-9A9F-9A197C651242}" dt="2024-08-28T22:59:16.462" v="249"/>
        <pc:sldMkLst>
          <pc:docMk/>
          <pc:sldMk cId="2197060858" sldId="621"/>
        </pc:sldMkLst>
      </pc:sldChg>
      <pc:sldChg chg="addSp delSp modSp add mod">
        <pc:chgData name="Sarojini, Darshan" userId="4491a6a1-12b4-4d1a-b54b-dd868d934e96" providerId="ADAL" clId="{FF4D07C8-FF20-4307-9A9F-9A197C651242}" dt="2024-08-24T20:18:02.602" v="111" actId="20577"/>
        <pc:sldMkLst>
          <pc:docMk/>
          <pc:sldMk cId="2558220362" sldId="622"/>
        </pc:sldMkLst>
      </pc:sldChg>
      <pc:sldChg chg="addSp modSp add mod">
        <pc:chgData name="Sarojini, Darshan" userId="4491a6a1-12b4-4d1a-b54b-dd868d934e96" providerId="ADAL" clId="{FF4D07C8-FF20-4307-9A9F-9A197C651242}" dt="2024-08-24T20:34:08.130" v="204" actId="20577"/>
        <pc:sldMkLst>
          <pc:docMk/>
          <pc:sldMk cId="1653157983" sldId="623"/>
        </pc:sldMkLst>
      </pc:sldChg>
      <pc:sldChg chg="addSp delSp modSp new mod">
        <pc:chgData name="Sarojini, Darshan" userId="4491a6a1-12b4-4d1a-b54b-dd868d934e96" providerId="ADAL" clId="{FF4D07C8-FF20-4307-9A9F-9A197C651242}" dt="2024-08-24T20:44:48.451" v="240"/>
        <pc:sldMkLst>
          <pc:docMk/>
          <pc:sldMk cId="3931035501" sldId="624"/>
        </pc:sldMkLst>
      </pc:sldChg>
      <pc:sldChg chg="addSp delSp modSp add mod">
        <pc:chgData name="Sarojini, Darshan" userId="4491a6a1-12b4-4d1a-b54b-dd868d934e96" providerId="ADAL" clId="{FF4D07C8-FF20-4307-9A9F-9A197C651242}" dt="2024-08-24T20:45:01.935" v="247"/>
        <pc:sldMkLst>
          <pc:docMk/>
          <pc:sldMk cId="1980181562" sldId="625"/>
        </pc:sldMkLst>
      </pc:sldChg>
    </pc:docChg>
  </pc:docChgLst>
  <pc:docChgLst>
    <pc:chgData name="Sarojini, Darshan" userId="4491a6a1-12b4-4d1a-b54b-dd868d934e96" providerId="ADAL" clId="{4A15FDA7-E677-42FC-8E14-DBE69BA74190}"/>
    <pc:docChg chg="modSld">
      <pc:chgData name="Sarojini, Darshan" userId="4491a6a1-12b4-4d1a-b54b-dd868d934e96" providerId="ADAL" clId="{4A15FDA7-E677-42FC-8E14-DBE69BA74190}" dt="2025-08-27T16:16:26.147" v="4" actId="20577"/>
      <pc:docMkLst>
        <pc:docMk/>
      </pc:docMkLst>
      <pc:sldChg chg="modSp mod modAnim">
        <pc:chgData name="Sarojini, Darshan" userId="4491a6a1-12b4-4d1a-b54b-dd868d934e96" providerId="ADAL" clId="{4A15FDA7-E677-42FC-8E14-DBE69BA74190}" dt="2025-08-27T16:16:26.147" v="4" actId="20577"/>
        <pc:sldMkLst>
          <pc:docMk/>
          <pc:sldMk cId="824021390" sldId="600"/>
        </pc:sldMkLst>
        <pc:spChg chg="mod">
          <ac:chgData name="Sarojini, Darshan" userId="4491a6a1-12b4-4d1a-b54b-dd868d934e96" providerId="ADAL" clId="{4A15FDA7-E677-42FC-8E14-DBE69BA74190}" dt="2025-08-27T16:16:26.147" v="4" actId="20577"/>
          <ac:spMkLst>
            <pc:docMk/>
            <pc:sldMk cId="824021390" sldId="600"/>
            <ac:spMk id="2" creationId="{B3E67BB3-AC82-D63B-B9D4-9CEE7A6751DC}"/>
          </ac:spMkLst>
        </pc:spChg>
        <pc:spChg chg="mod">
          <ac:chgData name="Sarojini, Darshan" userId="4491a6a1-12b4-4d1a-b54b-dd868d934e96" providerId="ADAL" clId="{4A15FDA7-E677-42FC-8E14-DBE69BA74190}" dt="2025-08-27T16:16:22.867" v="1" actId="1076"/>
          <ac:spMkLst>
            <pc:docMk/>
            <pc:sldMk cId="824021390" sldId="600"/>
            <ac:spMk id="26" creationId="{FFEAB766-A481-4BCC-3B21-13135E757050}"/>
          </ac:spMkLst>
        </pc:spChg>
      </pc:sldChg>
    </pc:docChg>
  </pc:docChgLst>
  <pc:docChgLst>
    <pc:chgData name="Sarojini, Darshan" userId="4491a6a1-12b4-4d1a-b54b-dd868d934e96" providerId="ADAL" clId="{5A029DBE-F618-4E7A-93F3-FE4FF467CBEE}"/>
    <pc:docChg chg="addSld delSld modSld">
      <pc:chgData name="Sarojini, Darshan" userId="4491a6a1-12b4-4d1a-b54b-dd868d934e96" providerId="ADAL" clId="{5A029DBE-F618-4E7A-93F3-FE4FF467CBEE}" dt="2024-07-14T16:47:25.861" v="73"/>
      <pc:docMkLst>
        <pc:docMk/>
      </pc:docMkLst>
      <pc:sldChg chg="modSp mod">
        <pc:chgData name="Sarojini, Darshan" userId="4491a6a1-12b4-4d1a-b54b-dd868d934e96" providerId="ADAL" clId="{5A029DBE-F618-4E7A-93F3-FE4FF467CBEE}" dt="2024-07-13T21:13:11.471" v="0" actId="20577"/>
        <pc:sldMkLst>
          <pc:docMk/>
          <pc:sldMk cId="2437795974" sldId="580"/>
        </pc:sldMkLst>
      </pc:sldChg>
      <pc:sldChg chg="modSp add del mod">
        <pc:chgData name="Sarojini, Darshan" userId="4491a6a1-12b4-4d1a-b54b-dd868d934e96" providerId="ADAL" clId="{5A029DBE-F618-4E7A-93F3-FE4FF467CBEE}" dt="2024-07-14T16:45:44.270" v="71" actId="47"/>
        <pc:sldMkLst>
          <pc:docMk/>
          <pc:sldMk cId="2588767289" sldId="582"/>
        </pc:sldMkLst>
      </pc:sldChg>
      <pc:sldChg chg="modSp add del mod">
        <pc:chgData name="Sarojini, Darshan" userId="4491a6a1-12b4-4d1a-b54b-dd868d934e96" providerId="ADAL" clId="{5A029DBE-F618-4E7A-93F3-FE4FF467CBEE}" dt="2024-07-14T16:45:45.045" v="72" actId="47"/>
        <pc:sldMkLst>
          <pc:docMk/>
          <pc:sldMk cId="611576755" sldId="611"/>
        </pc:sldMkLst>
      </pc:sldChg>
      <pc:sldChg chg="add">
        <pc:chgData name="Sarojini, Darshan" userId="4491a6a1-12b4-4d1a-b54b-dd868d934e96" providerId="ADAL" clId="{5A029DBE-F618-4E7A-93F3-FE4FF467CBEE}" dt="2024-07-14T16:47:25.861" v="73"/>
        <pc:sldMkLst>
          <pc:docMk/>
          <pc:sldMk cId="3192463042" sldId="619"/>
        </pc:sldMkLst>
      </pc:sldChg>
    </pc:docChg>
  </pc:docChgLst>
  <pc:docChgLst>
    <pc:chgData name="Darshan Sarojini" userId="07b82a2003645659" providerId="LiveId" clId="{91DDA604-293F-4628-B1DD-6246400B4391}"/>
    <pc:docChg chg="modSld">
      <pc:chgData name="Darshan Sarojini" userId="07b82a2003645659" providerId="LiveId" clId="{91DDA604-293F-4628-B1DD-6246400B4391}" dt="2024-01-29T21:07:47.982" v="353" actId="6549"/>
      <pc:docMkLst>
        <pc:docMk/>
      </pc:docMkLst>
      <pc:sldChg chg="modSp mod">
        <pc:chgData name="Darshan Sarojini" userId="07b82a2003645659" providerId="LiveId" clId="{91DDA604-293F-4628-B1DD-6246400B4391}" dt="2024-01-29T20:59:15.847" v="12" actId="20577"/>
        <pc:sldMkLst>
          <pc:docMk/>
          <pc:sldMk cId="3020367489" sldId="256"/>
        </pc:sldMkLst>
      </pc:sldChg>
      <pc:sldChg chg="modSp mod modAnim">
        <pc:chgData name="Darshan Sarojini" userId="07b82a2003645659" providerId="LiveId" clId="{91DDA604-293F-4628-B1DD-6246400B4391}" dt="2024-01-29T21:07:47.982" v="353" actId="6549"/>
        <pc:sldMkLst>
          <pc:docMk/>
          <pc:sldMk cId="37249219" sldId="363"/>
        </pc:sldMkLst>
      </pc:sldChg>
      <pc:sldChg chg="modSp modNotesTx">
        <pc:chgData name="Darshan Sarojini" userId="07b82a2003645659" providerId="LiveId" clId="{91DDA604-293F-4628-B1DD-6246400B4391}" dt="2024-01-29T21:03:24.887" v="98"/>
        <pc:sldMkLst>
          <pc:docMk/>
          <pc:sldMk cId="527772035" sldId="490"/>
        </pc:sldMkLst>
      </pc:sldChg>
    </pc:docChg>
  </pc:docChgLst>
  <pc:docChgLst>
    <pc:chgData name="Darshan Sarojini" userId="07b82a2003645659" providerId="LiveId" clId="{85A46A60-0689-444D-8E8C-449AB55404B5}"/>
    <pc:docChg chg="undo redo custSel addSld delSld modSld sldOrd delMainMaster modMainMaster addSection modSection">
      <pc:chgData name="Darshan Sarojini" userId="07b82a2003645659" providerId="LiveId" clId="{85A46A60-0689-444D-8E8C-449AB55404B5}" dt="2023-01-03T01:32:25.643" v="5263" actId="1076"/>
      <pc:docMkLst>
        <pc:docMk/>
      </pc:docMkLst>
      <pc:sldChg chg="addSp delSp modSp add mod ord">
        <pc:chgData name="Darshan Sarojini" userId="07b82a2003645659" providerId="LiveId" clId="{85A46A60-0689-444D-8E8C-449AB55404B5}" dt="2023-01-02T18:51:42.479" v="59" actId="1076"/>
        <pc:sldMkLst>
          <pc:docMk/>
          <pc:sldMk cId="926816127" sldId="512"/>
        </pc:sldMkLst>
      </pc:sldChg>
      <pc:sldChg chg="del">
        <pc:chgData name="Darshan Sarojini" userId="07b82a2003645659" providerId="LiveId" clId="{85A46A60-0689-444D-8E8C-449AB55404B5}" dt="2023-01-02T04:50:33.161" v="2" actId="47"/>
        <pc:sldMkLst>
          <pc:docMk/>
          <pc:sldMk cId="2403534257" sldId="1273"/>
        </pc:sldMkLst>
      </pc:sldChg>
      <pc:sldChg chg="addSp delSp modSp new del mod ord">
        <pc:chgData name="Darshan Sarojini" userId="07b82a2003645659" providerId="LiveId" clId="{85A46A60-0689-444D-8E8C-449AB55404B5}" dt="2023-01-02T19:09:15.504" v="328" actId="47"/>
        <pc:sldMkLst>
          <pc:docMk/>
          <pc:sldMk cId="3900070956" sldId="1274"/>
        </pc:sldMkLst>
      </pc:sldChg>
      <pc:sldChg chg="new del">
        <pc:chgData name="Darshan Sarojini" userId="07b82a2003645659" providerId="LiveId" clId="{85A46A60-0689-444D-8E8C-449AB55404B5}" dt="2023-01-02T18:55:17.708" v="113" actId="680"/>
        <pc:sldMkLst>
          <pc:docMk/>
          <pc:sldMk cId="152264759" sldId="1275"/>
        </pc:sldMkLst>
      </pc:sldChg>
      <pc:sldChg chg="addSp delSp modSp add mod ord delAnim modAnim">
        <pc:chgData name="Darshan Sarojini" userId="07b82a2003645659" providerId="LiveId" clId="{85A46A60-0689-444D-8E8C-449AB55404B5}" dt="2023-01-02T19:59:54.677" v="976"/>
        <pc:sldMkLst>
          <pc:docMk/>
          <pc:sldMk cId="4154670810" sldId="1275"/>
        </pc:sldMkLst>
      </pc:sldChg>
      <pc:sldChg chg="new del">
        <pc:chgData name="Darshan Sarojini" userId="07b82a2003645659" providerId="LiveId" clId="{85A46A60-0689-444D-8E8C-449AB55404B5}" dt="2023-01-02T19:48:24.088" v="679" actId="680"/>
        <pc:sldMkLst>
          <pc:docMk/>
          <pc:sldMk cId="283383985" sldId="1276"/>
        </pc:sldMkLst>
      </pc:sldChg>
      <pc:sldChg chg="add">
        <pc:chgData name="Darshan Sarojini" userId="07b82a2003645659" providerId="LiveId" clId="{85A46A60-0689-444D-8E8C-449AB55404B5}" dt="2023-01-02T19:48:25.711" v="680"/>
        <pc:sldMkLst>
          <pc:docMk/>
          <pc:sldMk cId="807833602" sldId="1276"/>
        </pc:sldMkLst>
      </pc:sldChg>
      <pc:sldChg chg="addSp delSp modSp add del mod">
        <pc:chgData name="Darshan Sarojini" userId="07b82a2003645659" providerId="LiveId" clId="{85A46A60-0689-444D-8E8C-449AB55404B5}" dt="2023-01-02T19:09:11.610" v="327" actId="47"/>
        <pc:sldMkLst>
          <pc:docMk/>
          <pc:sldMk cId="1012331237" sldId="1276"/>
        </pc:sldMkLst>
      </pc:sldChg>
      <pc:sldChg chg="addSp delSp modSp add del mod ord delAnim modAnim">
        <pc:chgData name="Darshan Sarojini" userId="07b82a2003645659" providerId="LiveId" clId="{85A46A60-0689-444D-8E8C-449AB55404B5}" dt="2023-01-02T23:02:42.373" v="3667" actId="47"/>
        <pc:sldMkLst>
          <pc:docMk/>
          <pc:sldMk cId="830684285" sldId="1277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3208502582" sldId="1277"/>
        </pc:sldMkLst>
      </pc:sldChg>
      <pc:sldChg chg="addSp delSp modSp add mod ord delAnim modAnim">
        <pc:chgData name="Darshan Sarojini" userId="07b82a2003645659" providerId="LiveId" clId="{85A46A60-0689-444D-8E8C-449AB55404B5}" dt="2023-01-02T20:48:26.440" v="2115"/>
        <pc:sldMkLst>
          <pc:docMk/>
          <pc:sldMk cId="484489983" sldId="1278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3830874746" sldId="1278"/>
        </pc:sldMkLst>
      </pc:sldChg>
      <pc:sldChg chg="addSp delSp modSp add mod ord modAnim">
        <pc:chgData name="Darshan Sarojini" userId="07b82a2003645659" providerId="LiveId" clId="{85A46A60-0689-444D-8E8C-449AB55404B5}" dt="2023-01-03T00:29:35.330" v="4530" actId="1076"/>
        <pc:sldMkLst>
          <pc:docMk/>
          <pc:sldMk cId="868496605" sldId="1279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884868488" sldId="1279"/>
        </pc:sldMkLst>
      </pc:sldChg>
      <pc:sldChg chg="addSp delSp modSp add mod modAnim">
        <pc:chgData name="Darshan Sarojini" userId="07b82a2003645659" providerId="LiveId" clId="{85A46A60-0689-444D-8E8C-449AB55404B5}" dt="2023-01-03T00:34:03.563" v="4605" actId="478"/>
        <pc:sldMkLst>
          <pc:docMk/>
          <pc:sldMk cId="2386513865" sldId="1280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2914865070" sldId="1280"/>
        </pc:sldMkLst>
      </pc:sldChg>
      <pc:sldChg chg="addSp delSp modSp add mod modAnim">
        <pc:chgData name="Darshan Sarojini" userId="07b82a2003645659" providerId="LiveId" clId="{85A46A60-0689-444D-8E8C-449AB55404B5}" dt="2023-01-03T00:55:35.260" v="4929" actId="1076"/>
        <pc:sldMkLst>
          <pc:docMk/>
          <pc:sldMk cId="1529713977" sldId="1281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4225168919" sldId="1281"/>
        </pc:sldMkLst>
      </pc:sldChg>
      <pc:sldChg chg="addSp delSp modSp add mod delAnim modAnim">
        <pc:chgData name="Darshan Sarojini" userId="07b82a2003645659" providerId="LiveId" clId="{85A46A60-0689-444D-8E8C-449AB55404B5}" dt="2023-01-03T00:42:25.483" v="4683" actId="1076"/>
        <pc:sldMkLst>
          <pc:docMk/>
          <pc:sldMk cId="515171892" sldId="1282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2188455157" sldId="1282"/>
        </pc:sldMkLst>
      </pc:sldChg>
      <pc:sldChg chg="addSp delSp modSp add mod modAnim">
        <pc:chgData name="Darshan Sarojini" userId="07b82a2003645659" providerId="LiveId" clId="{85A46A60-0689-444D-8E8C-449AB55404B5}" dt="2023-01-03T00:47:35.376" v="4800" actId="1076"/>
        <pc:sldMkLst>
          <pc:docMk/>
          <pc:sldMk cId="919158047" sldId="1283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3133395867" sldId="1283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36748842" sldId="1284"/>
        </pc:sldMkLst>
      </pc:sldChg>
      <pc:sldChg chg="addSp delSp modSp add mod ord modAnim">
        <pc:chgData name="Darshan Sarojini" userId="07b82a2003645659" providerId="LiveId" clId="{85A46A60-0689-444D-8E8C-449AB55404B5}" dt="2023-01-02T21:22:15.851" v="2541"/>
        <pc:sldMkLst>
          <pc:docMk/>
          <pc:sldMk cId="1158599371" sldId="1284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49547675" sldId="1285"/>
        </pc:sldMkLst>
      </pc:sldChg>
      <pc:sldChg chg="addSp delSp modSp add mod ord modAnim">
        <pc:chgData name="Darshan Sarojini" userId="07b82a2003645659" providerId="LiveId" clId="{85A46A60-0689-444D-8E8C-449AB55404B5}" dt="2023-01-03T00:08:06.871" v="4339"/>
        <pc:sldMkLst>
          <pc:docMk/>
          <pc:sldMk cId="2860026712" sldId="1285"/>
        </pc:sldMkLst>
      </pc:sldChg>
      <pc:sldChg chg="addSp delSp modSp add mod">
        <pc:chgData name="Darshan Sarojini" userId="07b82a2003645659" providerId="LiveId" clId="{85A46A60-0689-444D-8E8C-449AB55404B5}" dt="2023-01-03T00:07:45.722" v="4338" actId="207"/>
        <pc:sldMkLst>
          <pc:docMk/>
          <pc:sldMk cId="657578989" sldId="1286"/>
        </pc:sldMkLst>
      </pc:sldChg>
      <pc:sldChg chg="addSp delSp modSp add mod modAnim">
        <pc:chgData name="Darshan Sarojini" userId="07b82a2003645659" providerId="LiveId" clId="{85A46A60-0689-444D-8E8C-449AB55404B5}" dt="2023-01-03T00:07:25.104" v="4337" actId="20577"/>
        <pc:sldMkLst>
          <pc:docMk/>
          <pc:sldMk cId="1400532745" sldId="1287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753125922" sldId="1287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676801334" sldId="1288"/>
        </pc:sldMkLst>
      </pc:sldChg>
      <pc:sldChg chg="addSp delSp modSp add mod modAnim">
        <pc:chgData name="Darshan Sarojini" userId="07b82a2003645659" providerId="LiveId" clId="{85A46A60-0689-444D-8E8C-449AB55404B5}" dt="2023-01-03T00:08:47.609" v="4341"/>
        <pc:sldMkLst>
          <pc:docMk/>
          <pc:sldMk cId="2349127837" sldId="1288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420842640" sldId="1289"/>
        </pc:sldMkLst>
      </pc:sldChg>
      <pc:sldChg chg="addSp delSp modSp add mod modAnim">
        <pc:chgData name="Darshan Sarojini" userId="07b82a2003645659" providerId="LiveId" clId="{85A46A60-0689-444D-8E8C-449AB55404B5}" dt="2023-01-03T00:09:27.366" v="4346"/>
        <pc:sldMkLst>
          <pc:docMk/>
          <pc:sldMk cId="2180970635" sldId="1289"/>
        </pc:sldMkLst>
      </pc:sldChg>
      <pc:sldChg chg="addSp delSp modSp add mod ord">
        <pc:chgData name="Darshan Sarojini" userId="07b82a2003645659" providerId="LiveId" clId="{85A46A60-0689-444D-8E8C-449AB55404B5}" dt="2023-01-02T21:23:07.494" v="2556"/>
        <pc:sldMkLst>
          <pc:docMk/>
          <pc:sldMk cId="758098904" sldId="1290"/>
        </pc:sldMkLst>
      </pc:sldChg>
      <pc:sldChg chg="del">
        <pc:chgData name="Darshan Sarojini" userId="07b82a2003645659" providerId="LiveId" clId="{85A46A60-0689-444D-8E8C-449AB55404B5}" dt="2023-01-02T04:50:28.458" v="0" actId="47"/>
        <pc:sldMkLst>
          <pc:docMk/>
          <pc:sldMk cId="1398092189" sldId="1290"/>
        </pc:sldMkLst>
      </pc:sldChg>
      <pc:sldChg chg="addSp delSp modSp add mod ord delAnim modAnim">
        <pc:chgData name="Darshan Sarojini" userId="07b82a2003645659" providerId="LiveId" clId="{85A46A60-0689-444D-8E8C-449AB55404B5}" dt="2023-01-03T00:06:05.232" v="4291" actId="14100"/>
        <pc:sldMkLst>
          <pc:docMk/>
          <pc:sldMk cId="2693147136" sldId="1291"/>
        </pc:sldMkLst>
      </pc:sldChg>
      <pc:sldChg chg="addSp delSp modSp add mod ord">
        <pc:chgData name="Darshan Sarojini" userId="07b82a2003645659" providerId="LiveId" clId="{85A46A60-0689-444D-8E8C-449AB55404B5}" dt="2023-01-02T21:21:25.305" v="2532" actId="207"/>
        <pc:sldMkLst>
          <pc:docMk/>
          <pc:sldMk cId="2133372909" sldId="1292"/>
        </pc:sldMkLst>
      </pc:sldChg>
      <pc:sldChg chg="add del ord">
        <pc:chgData name="Darshan Sarojini" userId="07b82a2003645659" providerId="LiveId" clId="{85A46A60-0689-444D-8E8C-449AB55404B5}" dt="2023-01-02T23:02:43.583" v="3668" actId="47"/>
        <pc:sldMkLst>
          <pc:docMk/>
          <pc:sldMk cId="1085341332" sldId="1293"/>
        </pc:sldMkLst>
      </pc:sldChg>
      <pc:sldChg chg="addSp delSp modSp add mod ord modAnim">
        <pc:chgData name="Darshan Sarojini" userId="07b82a2003645659" providerId="LiveId" clId="{85A46A60-0689-444D-8E8C-449AB55404B5}" dt="2023-01-03T00:23:39.067" v="4468" actId="20577"/>
        <pc:sldMkLst>
          <pc:docMk/>
          <pc:sldMk cId="1144608680" sldId="1294"/>
        </pc:sldMkLst>
      </pc:sldChg>
      <pc:sldChg chg="addSp delSp modSp add mod modAnim">
        <pc:chgData name="Darshan Sarojini" userId="07b82a2003645659" providerId="LiveId" clId="{85A46A60-0689-444D-8E8C-449AB55404B5}" dt="2023-01-02T23:57:41.307" v="4207"/>
        <pc:sldMkLst>
          <pc:docMk/>
          <pc:sldMk cId="549496485" sldId="1295"/>
        </pc:sldMkLst>
      </pc:sldChg>
      <pc:sldChg chg="addSp delSp modSp add mod modAnim">
        <pc:chgData name="Darshan Sarojini" userId="07b82a2003645659" providerId="LiveId" clId="{85A46A60-0689-444D-8E8C-449AB55404B5}" dt="2023-01-02T23:58:04.886" v="4208"/>
        <pc:sldMkLst>
          <pc:docMk/>
          <pc:sldMk cId="309348251" sldId="1296"/>
        </pc:sldMkLst>
      </pc:sldChg>
      <pc:sldChg chg="addSp delSp modSp add del mod ord">
        <pc:chgData name="Darshan Sarojini" userId="07b82a2003645659" providerId="LiveId" clId="{85A46A60-0689-444D-8E8C-449AB55404B5}" dt="2023-01-03T00:25:01.383" v="4469" actId="47"/>
        <pc:sldMkLst>
          <pc:docMk/>
          <pc:sldMk cId="203875866" sldId="1297"/>
        </pc:sldMkLst>
      </pc:sldChg>
      <pc:sldChg chg="addSp delSp modSp add del mod">
        <pc:chgData name="Darshan Sarojini" userId="07b82a2003645659" providerId="LiveId" clId="{85A46A60-0689-444D-8E8C-449AB55404B5}" dt="2023-01-03T01:04:17.020" v="5183" actId="47"/>
        <pc:sldMkLst>
          <pc:docMk/>
          <pc:sldMk cId="1906655630" sldId="1298"/>
        </pc:sldMkLst>
      </pc:sldChg>
      <pc:sldChg chg="addSp delSp modSp add del mod ord modAnim modShow">
        <pc:chgData name="Darshan Sarojini" userId="07b82a2003645659" providerId="LiveId" clId="{85A46A60-0689-444D-8E8C-449AB55404B5}" dt="2023-01-03T00:25:41.852" v="4470" actId="47"/>
        <pc:sldMkLst>
          <pc:docMk/>
          <pc:sldMk cId="2374410409" sldId="1299"/>
        </pc:sldMkLst>
      </pc:sldChg>
      <pc:sldChg chg="modSp add mod ord">
        <pc:chgData name="Darshan Sarojini" userId="07b82a2003645659" providerId="LiveId" clId="{85A46A60-0689-444D-8E8C-449AB55404B5}" dt="2023-01-02T21:29:08.757" v="2723" actId="207"/>
        <pc:sldMkLst>
          <pc:docMk/>
          <pc:sldMk cId="378023612" sldId="1300"/>
        </pc:sldMkLst>
      </pc:sldChg>
      <pc:sldChg chg="addSp delSp modSp add mod delAnim modAnim">
        <pc:chgData name="Darshan Sarojini" userId="07b82a2003645659" providerId="LiveId" clId="{85A46A60-0689-444D-8E8C-449AB55404B5}" dt="2023-01-03T01:02:39.909" v="5182" actId="1076"/>
        <pc:sldMkLst>
          <pc:docMk/>
          <pc:sldMk cId="1166411151" sldId="1301"/>
        </pc:sldMkLst>
      </pc:sldChg>
      <pc:sldChg chg="addSp delSp modSp add mod ord delAnim modAnim">
        <pc:chgData name="Darshan Sarojini" userId="07b82a2003645659" providerId="LiveId" clId="{85A46A60-0689-444D-8E8C-449AB55404B5}" dt="2023-01-02T22:55:17.883" v="3507" actId="207"/>
        <pc:sldMkLst>
          <pc:docMk/>
          <pc:sldMk cId="4257037365" sldId="1302"/>
        </pc:sldMkLst>
      </pc:sldChg>
      <pc:sldChg chg="addSp delSp modSp add mod ord delAnim modAnim">
        <pc:chgData name="Darshan Sarojini" userId="07b82a2003645659" providerId="LiveId" clId="{85A46A60-0689-444D-8E8C-449AB55404B5}" dt="2023-01-02T22:54:49.757" v="3467" actId="14100"/>
        <pc:sldMkLst>
          <pc:docMk/>
          <pc:sldMk cId="586185233" sldId="1303"/>
        </pc:sldMkLst>
      </pc:sldChg>
      <pc:sldChg chg="add del">
        <pc:chgData name="Darshan Sarojini" userId="07b82a2003645659" providerId="LiveId" clId="{85A46A60-0689-444D-8E8C-449AB55404B5}" dt="2023-01-02T22:28:23.802" v="2961" actId="2890"/>
        <pc:sldMkLst>
          <pc:docMk/>
          <pc:sldMk cId="2930002690" sldId="1303"/>
        </pc:sldMkLst>
      </pc:sldChg>
      <pc:sldChg chg="addSp delSp modSp add mod delAnim modAnim">
        <pc:chgData name="Darshan Sarojini" userId="07b82a2003645659" providerId="LiveId" clId="{85A46A60-0689-444D-8E8C-449AB55404B5}" dt="2023-01-02T22:39:28.191" v="3310" actId="1076"/>
        <pc:sldMkLst>
          <pc:docMk/>
          <pc:sldMk cId="4238969495" sldId="1304"/>
        </pc:sldMkLst>
      </pc:sldChg>
      <pc:sldChg chg="addSp delSp modSp add del mod delAnim modAnim">
        <pc:chgData name="Darshan Sarojini" userId="07b82a2003645659" providerId="LiveId" clId="{85A46A60-0689-444D-8E8C-449AB55404B5}" dt="2023-01-02T22:43:40.907" v="3338" actId="47"/>
        <pc:sldMkLst>
          <pc:docMk/>
          <pc:sldMk cId="2272844479" sldId="1305"/>
        </pc:sldMkLst>
      </pc:sldChg>
      <pc:sldChg chg="addSp delSp modSp add del mod modAnim">
        <pc:chgData name="Darshan Sarojini" userId="07b82a2003645659" providerId="LiveId" clId="{85A46A60-0689-444D-8E8C-449AB55404B5}" dt="2023-01-02T22:44:02.528" v="3341" actId="47"/>
        <pc:sldMkLst>
          <pc:docMk/>
          <pc:sldMk cId="2697118635" sldId="1306"/>
        </pc:sldMkLst>
      </pc:sldChg>
      <pc:sldChg chg="addSp delSp modSp add mod delAnim modAnim">
        <pc:chgData name="Darshan Sarojini" userId="07b82a2003645659" providerId="LiveId" clId="{85A46A60-0689-444D-8E8C-449AB55404B5}" dt="2023-01-02T23:13:03.482" v="3706" actId="20577"/>
        <pc:sldMkLst>
          <pc:docMk/>
          <pc:sldMk cId="2411633256" sldId="1307"/>
        </pc:sldMkLst>
      </pc:sldChg>
      <pc:sldChg chg="addSp delSp modSp add mod delAnim modAnim">
        <pc:chgData name="Darshan Sarojini" userId="07b82a2003645659" providerId="LiveId" clId="{85A46A60-0689-444D-8E8C-449AB55404B5}" dt="2023-01-02T22:46:09.099" v="3370" actId="1076"/>
        <pc:sldMkLst>
          <pc:docMk/>
          <pc:sldMk cId="3777879034" sldId="1308"/>
        </pc:sldMkLst>
      </pc:sldChg>
      <pc:sldChg chg="addSp delSp modSp add mod delAnim modAnim">
        <pc:chgData name="Darshan Sarojini" userId="07b82a2003645659" providerId="LiveId" clId="{85A46A60-0689-444D-8E8C-449AB55404B5}" dt="2023-01-02T22:50:18.694" v="3386"/>
        <pc:sldMkLst>
          <pc:docMk/>
          <pc:sldMk cId="2915577064" sldId="1309"/>
        </pc:sldMkLst>
      </pc:sldChg>
      <pc:sldChg chg="addSp delSp modSp add mod delAnim modAnim">
        <pc:chgData name="Darshan Sarojini" userId="07b82a2003645659" providerId="LiveId" clId="{85A46A60-0689-444D-8E8C-449AB55404B5}" dt="2023-01-02T23:46:56.472" v="3915"/>
        <pc:sldMkLst>
          <pc:docMk/>
          <pc:sldMk cId="2340222066" sldId="1310"/>
        </pc:sldMkLst>
      </pc:sldChg>
      <pc:sldChg chg="addSp delSp modSp add mod ord delAnim modAnim">
        <pc:chgData name="Darshan Sarojini" userId="07b82a2003645659" providerId="LiveId" clId="{85A46A60-0689-444D-8E8C-449AB55404B5}" dt="2023-01-02T23:35:58.880" v="3743" actId="20577"/>
        <pc:sldMkLst>
          <pc:docMk/>
          <pc:sldMk cId="1085742208" sldId="1311"/>
        </pc:sldMkLst>
      </pc:sldChg>
      <pc:sldChg chg="addSp delSp modSp add mod ord delAnim modAnim">
        <pc:chgData name="Darshan Sarojini" userId="07b82a2003645659" providerId="LiveId" clId="{85A46A60-0689-444D-8E8C-449AB55404B5}" dt="2023-01-03T01:32:25.643" v="5263" actId="1076"/>
        <pc:sldMkLst>
          <pc:docMk/>
          <pc:sldMk cId="1482586835" sldId="1312"/>
        </pc:sldMkLst>
      </pc:sldChg>
      <pc:sldChg chg="delSp modSp add del mod ord">
        <pc:chgData name="Darshan Sarojini" userId="07b82a2003645659" providerId="LiveId" clId="{85A46A60-0689-444D-8E8C-449AB55404B5}" dt="2023-01-02T23:36:09.586" v="3744" actId="47"/>
        <pc:sldMkLst>
          <pc:docMk/>
          <pc:sldMk cId="4088346853" sldId="1312"/>
        </pc:sldMkLst>
      </pc:sldChg>
      <pc:sldChg chg="add del">
        <pc:chgData name="Darshan Sarojini" userId="07b82a2003645659" providerId="LiveId" clId="{85A46A60-0689-444D-8E8C-449AB55404B5}" dt="2023-01-02T23:36:11.519" v="3745" actId="47"/>
        <pc:sldMkLst>
          <pc:docMk/>
          <pc:sldMk cId="95620911" sldId="1313"/>
        </pc:sldMkLst>
      </pc:sldChg>
      <pc:sldChg chg="delSp add del mod">
        <pc:chgData name="Darshan Sarojini" userId="07b82a2003645659" providerId="LiveId" clId="{85A46A60-0689-444D-8E8C-449AB55404B5}" dt="2023-01-02T23:49:39.019" v="3980" actId="47"/>
        <pc:sldMkLst>
          <pc:docMk/>
          <pc:sldMk cId="299145054" sldId="1313"/>
        </pc:sldMkLst>
      </pc:sldChg>
      <pc:sldChg chg="addSp delSp modSp add mod delAnim">
        <pc:chgData name="Darshan Sarojini" userId="07b82a2003645659" providerId="LiveId" clId="{85A46A60-0689-444D-8E8C-449AB55404B5}" dt="2023-01-02T23:55:38.107" v="4121" actId="1076"/>
        <pc:sldMkLst>
          <pc:docMk/>
          <pc:sldMk cId="4104397410" sldId="1313"/>
        </pc:sldMkLst>
      </pc:sldChg>
      <pc:sldChg chg="addSp delSp modSp add mod ord">
        <pc:chgData name="Darshan Sarojini" userId="07b82a2003645659" providerId="LiveId" clId="{85A46A60-0689-444D-8E8C-449AB55404B5}" dt="2023-01-02T23:56:45.766" v="4206" actId="20577"/>
        <pc:sldMkLst>
          <pc:docMk/>
          <pc:sldMk cId="4140016690" sldId="1314"/>
        </pc:sldMkLst>
      </pc:sldChg>
      <pc:sldChg chg="addSp modSp add modAnim">
        <pc:chgData name="Darshan Sarojini" userId="07b82a2003645659" providerId="LiveId" clId="{85A46A60-0689-444D-8E8C-449AB55404B5}" dt="2023-01-03T00:08:27.745" v="4340"/>
        <pc:sldMkLst>
          <pc:docMk/>
          <pc:sldMk cId="3937905447" sldId="1315"/>
        </pc:sldMkLst>
      </pc:sldChg>
      <pc:sldChg chg="delSp add del mod delAnim">
        <pc:chgData name="Darshan Sarojini" userId="07b82a2003645659" providerId="LiveId" clId="{85A46A60-0689-444D-8E8C-449AB55404B5}" dt="2023-01-03T00:09:42.273" v="4352" actId="47"/>
        <pc:sldMkLst>
          <pc:docMk/>
          <pc:sldMk cId="938662486" sldId="1316"/>
        </pc:sldMkLst>
      </pc:sldChg>
      <pc:sldChg chg="add del">
        <pc:chgData name="Darshan Sarojini" userId="07b82a2003645659" providerId="LiveId" clId="{85A46A60-0689-444D-8E8C-449AB55404B5}" dt="2023-01-03T00:09:07.576" v="4343" actId="47"/>
        <pc:sldMkLst>
          <pc:docMk/>
          <pc:sldMk cId="1600824884" sldId="1316"/>
        </pc:sldMkLst>
      </pc:sldChg>
      <pc:sldChg chg="addSp delSp modSp del mod delAnim modAnim">
        <pc:chgData name="Darshan Sarojini" userId="07b82a2003645659" providerId="LiveId" clId="{85A46A60-0689-444D-8E8C-449AB55404B5}" dt="2023-01-02T22:20:24.724" v="2933" actId="47"/>
        <pc:sldMkLst>
          <pc:docMk/>
          <pc:sldMk cId="2174836940" sldId="1525"/>
        </pc:sldMkLst>
      </pc:sldChg>
      <pc:sldMasterChg chg="del delSldLayout">
        <pc:chgData name="Darshan Sarojini" userId="07b82a2003645659" providerId="LiveId" clId="{85A46A60-0689-444D-8E8C-449AB55404B5}" dt="2023-01-02T04:50:28.458" v="0" actId="47"/>
        <pc:sldMasterMkLst>
          <pc:docMk/>
          <pc:sldMasterMk cId="0" sldId="2147483648"/>
        </pc:sldMasterMkLst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modSldLayout">
        <pc:chgData name="Darshan Sarojini" userId="07b82a2003645659" providerId="LiveId" clId="{85A46A60-0689-444D-8E8C-449AB55404B5}" dt="2023-01-02T19:03:25.464" v="222" actId="1076"/>
        <pc:sldMasterMkLst>
          <pc:docMk/>
          <pc:sldMasterMk cId="3089977097" sldId="2147484063"/>
        </pc:sldMasterMkLst>
        <pc:sldLayoutChg chg="modSp mod">
          <pc:chgData name="Darshan Sarojini" userId="07b82a2003645659" providerId="LiveId" clId="{85A46A60-0689-444D-8E8C-449AB55404B5}" dt="2023-01-02T19:03:25.464" v="222" actId="1076"/>
          <pc:sldLayoutMkLst>
            <pc:docMk/>
            <pc:sldMasterMk cId="3089977097" sldId="2147484063"/>
            <pc:sldLayoutMk cId="147731681" sldId="2147484067"/>
          </pc:sldLayoutMkLst>
        </pc:sldLayoutChg>
      </pc:sldMasterChg>
      <pc:sldMasterChg chg="delSldLayout modSldLayout">
        <pc:chgData name="Darshan Sarojini" userId="07b82a2003645659" providerId="LiveId" clId="{85A46A60-0689-444D-8E8C-449AB55404B5}" dt="2023-01-02T22:20:24.724" v="2933" actId="47"/>
        <pc:sldMasterMkLst>
          <pc:docMk/>
          <pc:sldMasterMk cId="3278790779" sldId="2147484151"/>
        </pc:sldMasterMkLst>
        <pc:sldLayoutChg chg="modSp mod">
          <pc:chgData name="Darshan Sarojini" userId="07b82a2003645659" providerId="LiveId" clId="{85A46A60-0689-444D-8E8C-449AB55404B5}" dt="2023-01-02T19:03:16.639" v="220" actId="1076"/>
          <pc:sldLayoutMkLst>
            <pc:docMk/>
            <pc:sldMasterMk cId="3278790779" sldId="2147484151"/>
            <pc:sldLayoutMk cId="826422208" sldId="2147484155"/>
          </pc:sldLayoutMkLst>
        </pc:sldLayoutChg>
        <pc:sldLayoutChg chg="addSp delSp modSp mod">
          <pc:chgData name="Darshan Sarojini" userId="07b82a2003645659" providerId="LiveId" clId="{85A46A60-0689-444D-8E8C-449AB55404B5}" dt="2023-01-02T19:06:29.973" v="245" actId="478"/>
          <pc:sldLayoutMkLst>
            <pc:docMk/>
            <pc:sldMasterMk cId="3278790779" sldId="2147484151"/>
            <pc:sldLayoutMk cId="1596868637" sldId="2147484158"/>
          </pc:sldLayoutMkLst>
        </pc:sldLayoutChg>
        <pc:sldLayoutChg chg="del">
          <pc:chgData name="Darshan Sarojini" userId="07b82a2003645659" providerId="LiveId" clId="{85A46A60-0689-444D-8E8C-449AB55404B5}" dt="2023-01-02T22:20:24.724" v="2933" actId="47"/>
          <pc:sldLayoutMkLst>
            <pc:docMk/>
            <pc:sldMasterMk cId="3278790779" sldId="2147484151"/>
            <pc:sldLayoutMk cId="1592033648" sldId="2147484170"/>
          </pc:sldLayoutMkLst>
        </pc:sldLayoutChg>
      </pc:sldMasterChg>
      <pc:sldMasterChg chg="del delSldLayout">
        <pc:chgData name="Darshan Sarojini" userId="07b82a2003645659" providerId="LiveId" clId="{85A46A60-0689-444D-8E8C-449AB55404B5}" dt="2023-01-02T04:50:28.458" v="0" actId="47"/>
        <pc:sldMasterMkLst>
          <pc:docMk/>
          <pc:sldMasterMk cId="0" sldId="2147484166"/>
        </pc:sldMasterMkLst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65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67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68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0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1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2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3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4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5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6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0" sldId="2147484166"/>
            <pc:sldLayoutMk cId="0" sldId="2147484177"/>
          </pc:sldLayoutMkLst>
        </pc:sldLayoutChg>
      </pc:sldMasterChg>
      <pc:sldMasterChg chg="del delSldLayout">
        <pc:chgData name="Darshan Sarojini" userId="07b82a2003645659" providerId="LiveId" clId="{85A46A60-0689-444D-8E8C-449AB55404B5}" dt="2023-01-02T04:50:28.458" v="0" actId="47"/>
        <pc:sldMasterMkLst>
          <pc:docMk/>
          <pc:sldMasterMk cId="1717563447" sldId="2147484178"/>
        </pc:sldMasterMkLst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2681345241" sldId="2147484179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2455666234" sldId="2147484180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228020464" sldId="2147484181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1352758160" sldId="2147484182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3117219306" sldId="2147484183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1418385434" sldId="2147484184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823174719" sldId="2147484185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580565151" sldId="2147484186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3779392891" sldId="2147484187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2294124563" sldId="2147484188"/>
          </pc:sldLayoutMkLst>
        </pc:sldLayoutChg>
        <pc:sldLayoutChg chg="del">
          <pc:chgData name="Darshan Sarojini" userId="07b82a2003645659" providerId="LiveId" clId="{85A46A60-0689-444D-8E8C-449AB55404B5}" dt="2023-01-02T04:50:28.458" v="0" actId="47"/>
          <pc:sldLayoutMkLst>
            <pc:docMk/>
            <pc:sldMasterMk cId="1717563447" sldId="2147484178"/>
            <pc:sldLayoutMk cId="221337629" sldId="2147484189"/>
          </pc:sldLayoutMkLst>
        </pc:sldLayoutChg>
      </pc:sldMasterChg>
    </pc:docChg>
  </pc:docChgLst>
  <pc:docChgLst>
    <pc:chgData name="Darshan Sarojini" userId="07b82a2003645659" providerId="LiveId" clId="{6E396DF3-9223-4660-9CCF-F4E0835E357F}"/>
    <pc:docChg chg="undo custSel addSld delSld modSld sldOrd modSection">
      <pc:chgData name="Darshan Sarojini" userId="07b82a2003645659" providerId="LiveId" clId="{6E396DF3-9223-4660-9CCF-F4E0835E357F}" dt="2024-01-25T04:50:18.323" v="7206" actId="6549"/>
      <pc:docMkLst>
        <pc:docMk/>
      </pc:docMkLst>
      <pc:sldChg chg="addSp delSp modSp mod delAnim modNotesTx">
        <pc:chgData name="Darshan Sarojini" userId="07b82a2003645659" providerId="LiveId" clId="{6E396DF3-9223-4660-9CCF-F4E0835E357F}" dt="2024-01-25T04:03:44.300" v="6386" actId="2711"/>
        <pc:sldMkLst>
          <pc:docMk/>
          <pc:sldMk cId="3020367489" sldId="256"/>
        </pc:sldMkLst>
      </pc:sldChg>
      <pc:sldChg chg="addSp delSp modSp mod delAnim modAnim modNotesTx">
        <pc:chgData name="Darshan Sarojini" userId="07b82a2003645659" providerId="LiveId" clId="{6E396DF3-9223-4660-9CCF-F4E0835E357F}" dt="2024-01-21T02:05:10.605" v="1696"/>
        <pc:sldMkLst>
          <pc:docMk/>
          <pc:sldMk cId="2428519876" sldId="257"/>
        </pc:sldMkLst>
      </pc:sldChg>
      <pc:sldChg chg="addSp delSp modSp mod addAnim delAnim modAnim">
        <pc:chgData name="Darshan Sarojini" userId="07b82a2003645659" providerId="LiveId" clId="{6E396DF3-9223-4660-9CCF-F4E0835E357F}" dt="2024-01-21T00:42:55.934" v="1178"/>
        <pc:sldMkLst>
          <pc:docMk/>
          <pc:sldMk cId="2903597053" sldId="258"/>
        </pc:sldMkLst>
      </pc:sldChg>
      <pc:sldChg chg="addSp modSp mod modAnim">
        <pc:chgData name="Darshan Sarojini" userId="07b82a2003645659" providerId="LiveId" clId="{6E396DF3-9223-4660-9CCF-F4E0835E357F}" dt="2024-01-24T06:26:56.389" v="4133" actId="20577"/>
        <pc:sldMkLst>
          <pc:docMk/>
          <pc:sldMk cId="1162571218" sldId="277"/>
        </pc:sldMkLst>
      </pc:sldChg>
      <pc:sldChg chg="addSp delSp modSp mod modNotesTx">
        <pc:chgData name="Darshan Sarojini" userId="07b82a2003645659" providerId="LiveId" clId="{6E396DF3-9223-4660-9CCF-F4E0835E357F}" dt="2024-01-25T03:02:01.542" v="5572" actId="20577"/>
        <pc:sldMkLst>
          <pc:docMk/>
          <pc:sldMk cId="2635160191" sldId="278"/>
        </pc:sldMkLst>
      </pc:sldChg>
      <pc:sldChg chg="modSp mod">
        <pc:chgData name="Darshan Sarojini" userId="07b82a2003645659" providerId="LiveId" clId="{6E396DF3-9223-4660-9CCF-F4E0835E357F}" dt="2024-01-24T06:27:07.582" v="4142" actId="20577"/>
        <pc:sldMkLst>
          <pc:docMk/>
          <pc:sldMk cId="903471398" sldId="279"/>
        </pc:sldMkLst>
      </pc:sldChg>
      <pc:sldChg chg="delSp modSp del mod">
        <pc:chgData name="Darshan Sarojini" userId="07b82a2003645659" providerId="LiveId" clId="{6E396DF3-9223-4660-9CCF-F4E0835E357F}" dt="2024-01-21T01:57:20.601" v="1650" actId="47"/>
        <pc:sldMkLst>
          <pc:docMk/>
          <pc:sldMk cId="2384075629" sldId="292"/>
        </pc:sldMkLst>
      </pc:sldChg>
      <pc:sldChg chg="delSp modSp del mod">
        <pc:chgData name="Darshan Sarojini" userId="07b82a2003645659" providerId="LiveId" clId="{6E396DF3-9223-4660-9CCF-F4E0835E357F}" dt="2024-01-21T01:54:43.317" v="1633" actId="47"/>
        <pc:sldMkLst>
          <pc:docMk/>
          <pc:sldMk cId="970151951" sldId="302"/>
        </pc:sldMkLst>
      </pc:sldChg>
      <pc:sldChg chg="add del">
        <pc:chgData name="Darshan Sarojini" userId="07b82a2003645659" providerId="LiveId" clId="{6E396DF3-9223-4660-9CCF-F4E0835E357F}" dt="2024-01-21T01:50:21.661" v="1584" actId="47"/>
        <pc:sldMkLst>
          <pc:docMk/>
          <pc:sldMk cId="3072828925" sldId="307"/>
        </pc:sldMkLst>
      </pc:sldChg>
      <pc:sldChg chg="modNotesTx">
        <pc:chgData name="Darshan Sarojini" userId="07b82a2003645659" providerId="LiveId" clId="{6E396DF3-9223-4660-9CCF-F4E0835E357F}" dt="2024-01-25T01:40:15.272" v="4590" actId="20577"/>
        <pc:sldMkLst>
          <pc:docMk/>
          <pc:sldMk cId="2824738046" sldId="310"/>
        </pc:sldMkLst>
      </pc:sldChg>
      <pc:sldChg chg="mod modShow">
        <pc:chgData name="Darshan Sarojini" userId="07b82a2003645659" providerId="LiveId" clId="{6E396DF3-9223-4660-9CCF-F4E0835E357F}" dt="2024-01-21T01:44:36.559" v="1513" actId="729"/>
        <pc:sldMkLst>
          <pc:docMk/>
          <pc:sldMk cId="3009289433" sldId="348"/>
        </pc:sldMkLst>
      </pc:sldChg>
      <pc:sldChg chg="modAnim">
        <pc:chgData name="Darshan Sarojini" userId="07b82a2003645659" providerId="LiveId" clId="{6E396DF3-9223-4660-9CCF-F4E0835E357F}" dt="2024-01-21T02:04:43.586" v="1693"/>
        <pc:sldMkLst>
          <pc:docMk/>
          <pc:sldMk cId="3787527721" sldId="353"/>
        </pc:sldMkLst>
      </pc:sldChg>
      <pc:sldChg chg="addSp delSp modSp del mod ord modClrScheme delAnim modAnim chgLayout">
        <pc:chgData name="Darshan Sarojini" userId="07b82a2003645659" providerId="LiveId" clId="{6E396DF3-9223-4660-9CCF-F4E0835E357F}" dt="2024-01-21T01:23:48.585" v="1369" actId="47"/>
        <pc:sldMkLst>
          <pc:docMk/>
          <pc:sldMk cId="3591870215" sldId="354"/>
        </pc:sldMkLst>
      </pc:sldChg>
      <pc:sldChg chg="addSp delSp modSp mod addAnim delAnim modAnim">
        <pc:chgData name="Darshan Sarojini" userId="07b82a2003645659" providerId="LiveId" clId="{6E396DF3-9223-4660-9CCF-F4E0835E357F}" dt="2024-01-19T02:26:15.959" v="325" actId="1076"/>
        <pc:sldMkLst>
          <pc:docMk/>
          <pc:sldMk cId="244485136" sldId="355"/>
        </pc:sldMkLst>
      </pc:sldChg>
      <pc:sldChg chg="addSp delSp modSp mod delAnim modAnim">
        <pc:chgData name="Darshan Sarojini" userId="07b82a2003645659" providerId="LiveId" clId="{6E396DF3-9223-4660-9CCF-F4E0835E357F}" dt="2024-01-24T05:07:02.485" v="2033" actId="1076"/>
        <pc:sldMkLst>
          <pc:docMk/>
          <pc:sldMk cId="475895558" sldId="357"/>
        </pc:sldMkLst>
      </pc:sldChg>
      <pc:sldChg chg="delSp modSp mod modNotesTx">
        <pc:chgData name="Darshan Sarojini" userId="07b82a2003645659" providerId="LiveId" clId="{6E396DF3-9223-4660-9CCF-F4E0835E357F}" dt="2024-01-25T01:58:53.551" v="4906" actId="20577"/>
        <pc:sldMkLst>
          <pc:docMk/>
          <pc:sldMk cId="2079063745" sldId="358"/>
        </pc:sldMkLst>
      </pc:sldChg>
      <pc:sldChg chg="addSp delSp modSp mod">
        <pc:chgData name="Darshan Sarojini" userId="07b82a2003645659" providerId="LiveId" clId="{6E396DF3-9223-4660-9CCF-F4E0835E357F}" dt="2024-01-21T03:56:23.526" v="1884" actId="478"/>
        <pc:sldMkLst>
          <pc:docMk/>
          <pc:sldMk cId="481214940" sldId="362"/>
        </pc:sldMkLst>
      </pc:sldChg>
      <pc:sldChg chg="addSp modSp mod modNotesTx">
        <pc:chgData name="Darshan Sarojini" userId="07b82a2003645659" providerId="LiveId" clId="{6E396DF3-9223-4660-9CCF-F4E0835E357F}" dt="2024-01-25T01:51:10.545" v="4751" actId="20577"/>
        <pc:sldMkLst>
          <pc:docMk/>
          <pc:sldMk cId="37249219" sldId="363"/>
        </pc:sldMkLst>
      </pc:sldChg>
      <pc:sldChg chg="delSp modSp del mod delAnim">
        <pc:chgData name="Darshan Sarojini" userId="07b82a2003645659" providerId="LiveId" clId="{6E396DF3-9223-4660-9CCF-F4E0835E357F}" dt="2024-01-21T01:34:32.817" v="1412" actId="47"/>
        <pc:sldMkLst>
          <pc:docMk/>
          <pc:sldMk cId="3496533289" sldId="368"/>
        </pc:sldMkLst>
      </pc:sldChg>
      <pc:sldChg chg="del">
        <pc:chgData name="Darshan Sarojini" userId="07b82a2003645659" providerId="LiveId" clId="{6E396DF3-9223-4660-9CCF-F4E0835E357F}" dt="2024-01-25T03:59:42.796" v="6293" actId="2696"/>
        <pc:sldMkLst>
          <pc:docMk/>
          <pc:sldMk cId="390985965" sldId="369"/>
        </pc:sldMkLst>
      </pc:sldChg>
      <pc:sldChg chg="delSp modSp add del mod">
        <pc:chgData name="Darshan Sarojini" userId="07b82a2003645659" providerId="LiveId" clId="{6E396DF3-9223-4660-9CCF-F4E0835E357F}" dt="2024-01-25T04:00:56.735" v="6310" actId="47"/>
        <pc:sldMkLst>
          <pc:docMk/>
          <pc:sldMk cId="1425518671" sldId="369"/>
        </pc:sldMkLst>
      </pc:sldChg>
      <pc:sldChg chg="addSp delSp modSp mod">
        <pc:chgData name="Darshan Sarojini" userId="07b82a2003645659" providerId="LiveId" clId="{6E396DF3-9223-4660-9CCF-F4E0835E357F}" dt="2024-01-21T03:56:38.383" v="1888" actId="1076"/>
        <pc:sldMkLst>
          <pc:docMk/>
          <pc:sldMk cId="1496011728" sldId="370"/>
        </pc:sldMkLst>
      </pc:sldChg>
      <pc:sldChg chg="modSp mod">
        <pc:chgData name="Darshan Sarojini" userId="07b82a2003645659" providerId="LiveId" clId="{6E396DF3-9223-4660-9CCF-F4E0835E357F}" dt="2024-01-19T02:15:51.471" v="320" actId="1038"/>
        <pc:sldMkLst>
          <pc:docMk/>
          <pc:sldMk cId="4098295110" sldId="372"/>
        </pc:sldMkLst>
      </pc:sldChg>
      <pc:sldChg chg="addSp delSp modSp mod">
        <pc:chgData name="Darshan Sarojini" userId="07b82a2003645659" providerId="LiveId" clId="{6E396DF3-9223-4660-9CCF-F4E0835E357F}" dt="2024-01-25T04:04:48.017" v="6412" actId="478"/>
        <pc:sldMkLst>
          <pc:docMk/>
          <pc:sldMk cId="2133879475" sldId="378"/>
        </pc:sldMkLst>
      </pc:sldChg>
      <pc:sldChg chg="modNotesTx">
        <pc:chgData name="Darshan Sarojini" userId="07b82a2003645659" providerId="LiveId" clId="{6E396DF3-9223-4660-9CCF-F4E0835E357F}" dt="2024-01-25T01:55:04.721" v="4803" actId="20577"/>
        <pc:sldMkLst>
          <pc:docMk/>
          <pc:sldMk cId="1292498607" sldId="379"/>
        </pc:sldMkLst>
      </pc:sldChg>
      <pc:sldChg chg="del mod ord modShow">
        <pc:chgData name="Darshan Sarojini" userId="07b82a2003645659" providerId="LiveId" clId="{6E396DF3-9223-4660-9CCF-F4E0835E357F}" dt="2024-01-21T02:01:08.710" v="1682" actId="47"/>
        <pc:sldMkLst>
          <pc:docMk/>
          <pc:sldMk cId="636361134" sldId="380"/>
        </pc:sldMkLst>
      </pc:sldChg>
      <pc:sldChg chg="addSp modSp mod ord modAnim modNotesTx">
        <pc:chgData name="Darshan Sarojini" userId="07b82a2003645659" providerId="LiveId" clId="{6E396DF3-9223-4660-9CCF-F4E0835E357F}" dt="2024-01-25T04:35:57.200" v="6958" actId="114"/>
        <pc:sldMkLst>
          <pc:docMk/>
          <pc:sldMk cId="527274537" sldId="381"/>
        </pc:sldMkLst>
      </pc:sldChg>
      <pc:sldChg chg="modSp mod">
        <pc:chgData name="Darshan Sarojini" userId="07b82a2003645659" providerId="LiveId" clId="{6E396DF3-9223-4660-9CCF-F4E0835E357F}" dt="2024-01-19T03:03:05.035" v="459"/>
        <pc:sldMkLst>
          <pc:docMk/>
          <pc:sldMk cId="1221992428" sldId="384"/>
        </pc:sldMkLst>
      </pc:sldChg>
      <pc:sldChg chg="mod modShow">
        <pc:chgData name="Darshan Sarojini" userId="07b82a2003645659" providerId="LiveId" clId="{6E396DF3-9223-4660-9CCF-F4E0835E357F}" dt="2024-01-21T01:44:36.559" v="1513" actId="729"/>
        <pc:sldMkLst>
          <pc:docMk/>
          <pc:sldMk cId="1174807097" sldId="391"/>
        </pc:sldMkLst>
      </pc:sldChg>
      <pc:sldChg chg="modSp mod">
        <pc:chgData name="Darshan Sarojini" userId="07b82a2003645659" providerId="LiveId" clId="{6E396DF3-9223-4660-9CCF-F4E0835E357F}" dt="2024-01-19T03:02:59.123" v="458" actId="20577"/>
        <pc:sldMkLst>
          <pc:docMk/>
          <pc:sldMk cId="4137590476" sldId="397"/>
        </pc:sldMkLst>
      </pc:sldChg>
      <pc:sldChg chg="addSp modSp del mod">
        <pc:chgData name="Darshan Sarojini" userId="07b82a2003645659" providerId="LiveId" clId="{6E396DF3-9223-4660-9CCF-F4E0835E357F}" dt="2024-01-21T01:38:05.619" v="1481" actId="47"/>
        <pc:sldMkLst>
          <pc:docMk/>
          <pc:sldMk cId="2915744511" sldId="404"/>
        </pc:sldMkLst>
      </pc:sldChg>
      <pc:sldChg chg="del">
        <pc:chgData name="Darshan Sarojini" userId="07b82a2003645659" providerId="LiveId" clId="{6E396DF3-9223-4660-9CCF-F4E0835E357F}" dt="2024-01-21T01:45:20.856" v="1555" actId="47"/>
        <pc:sldMkLst>
          <pc:docMk/>
          <pc:sldMk cId="1313093912" sldId="406"/>
        </pc:sldMkLst>
      </pc:sldChg>
      <pc:sldChg chg="addSp delSp modSp del mod">
        <pc:chgData name="Darshan Sarojini" userId="07b82a2003645659" providerId="LiveId" clId="{6E396DF3-9223-4660-9CCF-F4E0835E357F}" dt="2024-01-19T02:00:45.914" v="208" actId="47"/>
        <pc:sldMkLst>
          <pc:docMk/>
          <pc:sldMk cId="2410720455" sldId="425"/>
        </pc:sldMkLst>
      </pc:sldChg>
      <pc:sldChg chg="del mod modShow">
        <pc:chgData name="Darshan Sarojini" userId="07b82a2003645659" providerId="LiveId" clId="{6E396DF3-9223-4660-9CCF-F4E0835E357F}" dt="2024-01-21T02:00:55.569" v="1679" actId="47"/>
        <pc:sldMkLst>
          <pc:docMk/>
          <pc:sldMk cId="3659265169" sldId="435"/>
        </pc:sldMkLst>
      </pc:sldChg>
      <pc:sldChg chg="del">
        <pc:chgData name="Darshan Sarojini" userId="07b82a2003645659" providerId="LiveId" clId="{6E396DF3-9223-4660-9CCF-F4E0835E357F}" dt="2024-01-21T01:36:23.327" v="1461" actId="47"/>
        <pc:sldMkLst>
          <pc:docMk/>
          <pc:sldMk cId="2395531261" sldId="436"/>
        </pc:sldMkLst>
      </pc:sldChg>
      <pc:sldChg chg="mod modShow">
        <pc:chgData name="Darshan Sarojini" userId="07b82a2003645659" providerId="LiveId" clId="{6E396DF3-9223-4660-9CCF-F4E0835E357F}" dt="2024-01-21T01:44:36.559" v="1513" actId="729"/>
        <pc:sldMkLst>
          <pc:docMk/>
          <pc:sldMk cId="3189475196" sldId="448"/>
        </pc:sldMkLst>
      </pc:sldChg>
      <pc:sldChg chg="addSp modSp del mod modAnim modNotesTx">
        <pc:chgData name="Darshan Sarojini" userId="07b82a2003645659" providerId="LiveId" clId="{6E396DF3-9223-4660-9CCF-F4E0835E357F}" dt="2024-01-25T04:22:31.795" v="6707" actId="47"/>
        <pc:sldMkLst>
          <pc:docMk/>
          <pc:sldMk cId="1104330036" sldId="452"/>
        </pc:sldMkLst>
      </pc:sldChg>
      <pc:sldChg chg="add del mod modShow">
        <pc:chgData name="Darshan Sarojini" userId="07b82a2003645659" providerId="LiveId" clId="{6E396DF3-9223-4660-9CCF-F4E0835E357F}" dt="2024-01-21T01:44:17.904" v="1512" actId="47"/>
        <pc:sldMkLst>
          <pc:docMk/>
          <pc:sldMk cId="2933858625" sldId="453"/>
        </pc:sldMkLst>
      </pc:sldChg>
      <pc:sldChg chg="addSp delSp modSp mod modAnim modNotesTx">
        <pc:chgData name="Darshan Sarojini" userId="07b82a2003645659" providerId="LiveId" clId="{6E396DF3-9223-4660-9CCF-F4E0835E357F}" dt="2024-01-25T04:39:41.170" v="6990" actId="1037"/>
        <pc:sldMkLst>
          <pc:docMk/>
          <pc:sldMk cId="3751551003" sldId="454"/>
        </pc:sldMkLst>
      </pc:sldChg>
      <pc:sldChg chg="addSp delSp modSp mod delAnim modAnim">
        <pc:chgData name="Darshan Sarojini" userId="07b82a2003645659" providerId="LiveId" clId="{6E396DF3-9223-4660-9CCF-F4E0835E357F}" dt="2024-01-25T04:50:18.323" v="7206" actId="6549"/>
        <pc:sldMkLst>
          <pc:docMk/>
          <pc:sldMk cId="10708278" sldId="456"/>
        </pc:sldMkLst>
      </pc:sldChg>
      <pc:sldChg chg="addSp modSp mod">
        <pc:chgData name="Darshan Sarojini" userId="07b82a2003645659" providerId="LiveId" clId="{6E396DF3-9223-4660-9CCF-F4E0835E357F}" dt="2024-01-24T05:50:16.187" v="3717" actId="1076"/>
        <pc:sldMkLst>
          <pc:docMk/>
          <pc:sldMk cId="3866478135" sldId="457"/>
        </pc:sldMkLst>
      </pc:sldChg>
      <pc:sldChg chg="addSp modSp mod">
        <pc:chgData name="Darshan Sarojini" userId="07b82a2003645659" providerId="LiveId" clId="{6E396DF3-9223-4660-9CCF-F4E0835E357F}" dt="2024-01-24T06:36:04.814" v="4579" actId="1076"/>
        <pc:sldMkLst>
          <pc:docMk/>
          <pc:sldMk cId="452011536" sldId="460"/>
        </pc:sldMkLst>
      </pc:sldChg>
      <pc:sldChg chg="add del">
        <pc:chgData name="Darshan Sarojini" userId="07b82a2003645659" providerId="LiveId" clId="{6E396DF3-9223-4660-9CCF-F4E0835E357F}" dt="2024-01-19T01:48:19.785" v="1" actId="47"/>
        <pc:sldMkLst>
          <pc:docMk/>
          <pc:sldMk cId="23784022" sldId="461"/>
        </pc:sldMkLst>
      </pc:sldChg>
      <pc:sldChg chg="delSp add del modAnim">
        <pc:chgData name="Darshan Sarojini" userId="07b82a2003645659" providerId="LiveId" clId="{6E396DF3-9223-4660-9CCF-F4E0835E357F}" dt="2024-01-21T01:59:23.907" v="1675" actId="47"/>
        <pc:sldMkLst>
          <pc:docMk/>
          <pc:sldMk cId="1175912134" sldId="461"/>
        </pc:sldMkLst>
      </pc:sldChg>
      <pc:sldChg chg="add del">
        <pc:chgData name="Darshan Sarojini" userId="07b82a2003645659" providerId="LiveId" clId="{6E396DF3-9223-4660-9CCF-F4E0835E357F}" dt="2024-01-19T01:50:41.122" v="41" actId="47"/>
        <pc:sldMkLst>
          <pc:docMk/>
          <pc:sldMk cId="1094951764" sldId="462"/>
        </pc:sldMkLst>
      </pc:sldChg>
      <pc:sldChg chg="addSp delSp modSp add del mod ord modClrScheme delAnim modAnim chgLayout">
        <pc:chgData name="Darshan Sarojini" userId="07b82a2003645659" providerId="LiveId" clId="{6E396DF3-9223-4660-9CCF-F4E0835E357F}" dt="2024-01-21T01:26:49.229" v="1398" actId="47"/>
        <pc:sldMkLst>
          <pc:docMk/>
          <pc:sldMk cId="2279293576" sldId="462"/>
        </pc:sldMkLst>
      </pc:sldChg>
      <pc:sldChg chg="addSp delSp modSp add del mod ord delAnim">
        <pc:chgData name="Darshan Sarojini" userId="07b82a2003645659" providerId="LiveId" clId="{6E396DF3-9223-4660-9CCF-F4E0835E357F}" dt="2024-01-21T01:39:07.501" v="1491" actId="47"/>
        <pc:sldMkLst>
          <pc:docMk/>
          <pc:sldMk cId="1995589011" sldId="463"/>
        </pc:sldMkLst>
      </pc:sldChg>
      <pc:sldChg chg="addSp modSp add del ord modAnim">
        <pc:chgData name="Darshan Sarojini" userId="07b82a2003645659" providerId="LiveId" clId="{6E396DF3-9223-4660-9CCF-F4E0835E357F}" dt="2024-01-21T01:50:18.309" v="1582" actId="47"/>
        <pc:sldMkLst>
          <pc:docMk/>
          <pc:sldMk cId="413421510" sldId="464"/>
        </pc:sldMkLst>
      </pc:sldChg>
      <pc:sldChg chg="addSp delSp modSp add mod ord addAnim delAnim">
        <pc:chgData name="Darshan Sarojini" userId="07b82a2003645659" providerId="LiveId" clId="{6E396DF3-9223-4660-9CCF-F4E0835E357F}" dt="2024-01-25T02:21:46.536" v="5157" actId="20577"/>
        <pc:sldMkLst>
          <pc:docMk/>
          <pc:sldMk cId="3502385066" sldId="465"/>
        </pc:sldMkLst>
      </pc:sldChg>
      <pc:sldChg chg="add del">
        <pc:chgData name="Darshan Sarojini" userId="07b82a2003645659" providerId="LiveId" clId="{6E396DF3-9223-4660-9CCF-F4E0835E357F}" dt="2024-01-19T01:58:56.642" v="169" actId="2696"/>
        <pc:sldMkLst>
          <pc:docMk/>
          <pc:sldMk cId="3918751001" sldId="465"/>
        </pc:sldMkLst>
      </pc:sldChg>
      <pc:sldChg chg="add del">
        <pc:chgData name="Darshan Sarojini" userId="07b82a2003645659" providerId="LiveId" clId="{6E396DF3-9223-4660-9CCF-F4E0835E357F}" dt="2024-01-19T01:58:48.162" v="168" actId="2890"/>
        <pc:sldMkLst>
          <pc:docMk/>
          <pc:sldMk cId="2555736277" sldId="466"/>
        </pc:sldMkLst>
      </pc:sldChg>
      <pc:sldChg chg="delSp modSp add mod ord">
        <pc:chgData name="Darshan Sarojini" userId="07b82a2003645659" providerId="LiveId" clId="{6E396DF3-9223-4660-9CCF-F4E0835E357F}" dt="2024-01-21T01:51:30.564" v="1601" actId="20577"/>
        <pc:sldMkLst>
          <pc:docMk/>
          <pc:sldMk cId="2660669322" sldId="466"/>
        </pc:sldMkLst>
      </pc:sldChg>
      <pc:sldChg chg="modSp add mod">
        <pc:chgData name="Darshan Sarojini" userId="07b82a2003645659" providerId="LiveId" clId="{6E396DF3-9223-4660-9CCF-F4E0835E357F}" dt="2024-01-21T01:51:41.969" v="1603"/>
        <pc:sldMkLst>
          <pc:docMk/>
          <pc:sldMk cId="112654110" sldId="467"/>
        </pc:sldMkLst>
      </pc:sldChg>
      <pc:sldChg chg="addSp delSp modSp add mod ord modNotesTx">
        <pc:chgData name="Darshan Sarojini" userId="07b82a2003645659" providerId="LiveId" clId="{6E396DF3-9223-4660-9CCF-F4E0835E357F}" dt="2024-01-25T02:22:44.033" v="5188" actId="20577"/>
        <pc:sldMkLst>
          <pc:docMk/>
          <pc:sldMk cId="2854241600" sldId="468"/>
        </pc:sldMkLst>
      </pc:sldChg>
      <pc:sldChg chg="delSp modSp add mod ord">
        <pc:chgData name="Darshan Sarojini" userId="07b82a2003645659" providerId="LiveId" clId="{6E396DF3-9223-4660-9CCF-F4E0835E357F}" dt="2024-01-21T01:51:38.690" v="1602"/>
        <pc:sldMkLst>
          <pc:docMk/>
          <pc:sldMk cId="2436166722" sldId="469"/>
        </pc:sldMkLst>
      </pc:sldChg>
      <pc:sldChg chg="addSp delSp modSp add del mod ord delAnim">
        <pc:chgData name="Darshan Sarojini" userId="07b82a2003645659" providerId="LiveId" clId="{6E396DF3-9223-4660-9CCF-F4E0835E357F}" dt="2024-01-21T01:24:34.901" v="1382" actId="47"/>
        <pc:sldMkLst>
          <pc:docMk/>
          <pc:sldMk cId="881027416" sldId="470"/>
        </pc:sldMkLst>
      </pc:sldChg>
      <pc:sldChg chg="add ord modAnim">
        <pc:chgData name="Darshan Sarojini" userId="07b82a2003645659" providerId="LiveId" clId="{6E396DF3-9223-4660-9CCF-F4E0835E357F}" dt="2024-01-21T00:46:03.825" v="1200"/>
        <pc:sldMkLst>
          <pc:docMk/>
          <pc:sldMk cId="4009010815" sldId="471"/>
        </pc:sldMkLst>
      </pc:sldChg>
      <pc:sldChg chg="addSp delSp modSp add mod ord delAnim modAnim modNotesTx">
        <pc:chgData name="Darshan Sarojini" userId="07b82a2003645659" providerId="LiveId" clId="{6E396DF3-9223-4660-9CCF-F4E0835E357F}" dt="2024-01-25T04:02:26.660" v="6366"/>
        <pc:sldMkLst>
          <pc:docMk/>
          <pc:sldMk cId="1114795440" sldId="472"/>
        </pc:sldMkLst>
      </pc:sldChg>
      <pc:sldChg chg="addSp delSp modSp add mod ord delAnim modAnim">
        <pc:chgData name="Darshan Sarojini" userId="07b82a2003645659" providerId="LiveId" clId="{6E396DF3-9223-4660-9CCF-F4E0835E357F}" dt="2024-01-24T05:25:39.313" v="2309"/>
        <pc:sldMkLst>
          <pc:docMk/>
          <pc:sldMk cId="3561000589" sldId="473"/>
        </pc:sldMkLst>
      </pc:sldChg>
      <pc:sldChg chg="addSp modSp add mod ord">
        <pc:chgData name="Darshan Sarojini" userId="07b82a2003645659" providerId="LiveId" clId="{6E396DF3-9223-4660-9CCF-F4E0835E357F}" dt="2024-01-24T05:47:45.077" v="3647" actId="20577"/>
        <pc:sldMkLst>
          <pc:docMk/>
          <pc:sldMk cId="1432870409" sldId="474"/>
        </pc:sldMkLst>
      </pc:sldChg>
      <pc:sldChg chg="addSp modSp add mod">
        <pc:chgData name="Darshan Sarojini" userId="07b82a2003645659" providerId="LiveId" clId="{6E396DF3-9223-4660-9CCF-F4E0835E357F}" dt="2024-01-24T05:34:38.649" v="2782" actId="1076"/>
        <pc:sldMkLst>
          <pc:docMk/>
          <pc:sldMk cId="4292030465" sldId="475"/>
        </pc:sldMkLst>
      </pc:sldChg>
      <pc:sldChg chg="modSp add mod ord">
        <pc:chgData name="Darshan Sarojini" userId="07b82a2003645659" providerId="LiveId" clId="{6E396DF3-9223-4660-9CCF-F4E0835E357F}" dt="2024-01-21T01:39:33.847" v="1500" actId="20577"/>
        <pc:sldMkLst>
          <pc:docMk/>
          <pc:sldMk cId="1583026015" sldId="476"/>
        </pc:sldMkLst>
      </pc:sldChg>
      <pc:sldChg chg="addSp delSp modSp add mod ord">
        <pc:chgData name="Darshan Sarojini" userId="07b82a2003645659" providerId="LiveId" clId="{6E396DF3-9223-4660-9CCF-F4E0835E357F}" dt="2024-01-21T01:38:59.859" v="1490" actId="1076"/>
        <pc:sldMkLst>
          <pc:docMk/>
          <pc:sldMk cId="4042702581" sldId="477"/>
        </pc:sldMkLst>
      </pc:sldChg>
      <pc:sldChg chg="modSp add mod ord">
        <pc:chgData name="Darshan Sarojini" userId="07b82a2003645659" providerId="LiveId" clId="{6E396DF3-9223-4660-9CCF-F4E0835E357F}" dt="2024-01-21T01:45:18.997" v="1554" actId="207"/>
        <pc:sldMkLst>
          <pc:docMk/>
          <pc:sldMk cId="4173201549" sldId="478"/>
        </pc:sldMkLst>
      </pc:sldChg>
      <pc:sldChg chg="addSp delSp modSp add mod ord modAnim modNotesTx">
        <pc:chgData name="Darshan Sarojini" userId="07b82a2003645659" providerId="LiveId" clId="{6E396DF3-9223-4660-9CCF-F4E0835E357F}" dt="2024-01-25T01:40:33.563" v="4600" actId="20577"/>
        <pc:sldMkLst>
          <pc:docMk/>
          <pc:sldMk cId="538823544" sldId="479"/>
        </pc:sldMkLst>
      </pc:sldChg>
      <pc:sldChg chg="addSp delSp modSp add mod ord delAnim modAnim modNotesTx">
        <pc:chgData name="Darshan Sarojini" userId="07b82a2003645659" providerId="LiveId" clId="{6E396DF3-9223-4660-9CCF-F4E0835E357F}" dt="2024-01-25T02:24:48.033" v="5285" actId="20577"/>
        <pc:sldMkLst>
          <pc:docMk/>
          <pc:sldMk cId="3922891157" sldId="480"/>
        </pc:sldMkLst>
      </pc:sldChg>
      <pc:sldChg chg="addSp modSp add mod ord modAnim modNotesTx">
        <pc:chgData name="Darshan Sarojini" userId="07b82a2003645659" providerId="LiveId" clId="{6E396DF3-9223-4660-9CCF-F4E0835E357F}" dt="2024-01-25T01:40:42.858" v="4604" actId="20577"/>
        <pc:sldMkLst>
          <pc:docMk/>
          <pc:sldMk cId="1951997457" sldId="481"/>
        </pc:sldMkLst>
      </pc:sldChg>
      <pc:sldChg chg="addSp delSp modSp add mod delAnim modAnim">
        <pc:chgData name="Darshan Sarojini" userId="07b82a2003645659" providerId="LiveId" clId="{6E396DF3-9223-4660-9CCF-F4E0835E357F}" dt="2024-01-24T05:08:48.245" v="2123" actId="6549"/>
        <pc:sldMkLst>
          <pc:docMk/>
          <pc:sldMk cId="3251244152" sldId="482"/>
        </pc:sldMkLst>
      </pc:sldChg>
      <pc:sldChg chg="modSp mod">
        <pc:chgData name="Darshan Sarojini" userId="07b82a2003645659" providerId="LiveId" clId="{6E396DF3-9223-4660-9CCF-F4E0835E357F}" dt="2024-01-25T01:56:25.515" v="4810" actId="207"/>
        <pc:sldMkLst>
          <pc:docMk/>
          <pc:sldMk cId="457605110" sldId="483"/>
        </pc:sldMkLst>
      </pc:sldChg>
      <pc:sldChg chg="modNotesTx">
        <pc:chgData name="Darshan Sarojini" userId="07b82a2003645659" providerId="LiveId" clId="{6E396DF3-9223-4660-9CCF-F4E0835E357F}" dt="2024-01-25T02:50:28.277" v="5363" actId="20577"/>
        <pc:sldMkLst>
          <pc:docMk/>
          <pc:sldMk cId="4171296603" sldId="487"/>
        </pc:sldMkLst>
      </pc:sldChg>
      <pc:sldChg chg="modNotesTx">
        <pc:chgData name="Darshan Sarojini" userId="07b82a2003645659" providerId="LiveId" clId="{6E396DF3-9223-4660-9CCF-F4E0835E357F}" dt="2024-01-25T02:50:34.202" v="5364"/>
        <pc:sldMkLst>
          <pc:docMk/>
          <pc:sldMk cId="113328624" sldId="489"/>
        </pc:sldMkLst>
      </pc:sldChg>
      <pc:sldChg chg="addSp delSp modSp mod modClrScheme chgLayout">
        <pc:chgData name="Darshan Sarojini" userId="07b82a2003645659" providerId="LiveId" clId="{6E396DF3-9223-4660-9CCF-F4E0835E357F}" dt="2024-01-25T01:59:17.458" v="4908" actId="478"/>
        <pc:sldMkLst>
          <pc:docMk/>
          <pc:sldMk cId="1727073782" sldId="492"/>
        </pc:sldMkLst>
      </pc:sldChg>
      <pc:sldChg chg="addSp delSp modSp mod">
        <pc:chgData name="Darshan Sarojini" userId="07b82a2003645659" providerId="LiveId" clId="{6E396DF3-9223-4660-9CCF-F4E0835E357F}" dt="2024-01-24T06:22:52.934" v="4064" actId="20577"/>
        <pc:sldMkLst>
          <pc:docMk/>
          <pc:sldMk cId="1677716820" sldId="495"/>
        </pc:sldMkLst>
      </pc:sldChg>
      <pc:sldChg chg="addSp delSp modSp mod delAnim">
        <pc:chgData name="Darshan Sarojini" userId="07b82a2003645659" providerId="LiveId" clId="{6E396DF3-9223-4660-9CCF-F4E0835E357F}" dt="2024-01-24T06:34:06.754" v="4552" actId="20577"/>
        <pc:sldMkLst>
          <pc:docMk/>
          <pc:sldMk cId="287235116" sldId="496"/>
        </pc:sldMkLst>
      </pc:sldChg>
      <pc:sldChg chg="modNotesTx">
        <pc:chgData name="Darshan Sarojini" userId="07b82a2003645659" providerId="LiveId" clId="{6E396DF3-9223-4660-9CCF-F4E0835E357F}" dt="2024-01-25T03:42:10.463" v="6291" actId="20577"/>
        <pc:sldMkLst>
          <pc:docMk/>
          <pc:sldMk cId="79272418" sldId="497"/>
        </pc:sldMkLst>
      </pc:sldChg>
      <pc:sldChg chg="delSp modSp add del mod ord">
        <pc:chgData name="Darshan Sarojini" userId="07b82a2003645659" providerId="LiveId" clId="{6E396DF3-9223-4660-9CCF-F4E0835E357F}" dt="2024-01-24T05:25:37.481" v="2307" actId="47"/>
        <pc:sldMkLst>
          <pc:docMk/>
          <pc:sldMk cId="64284438" sldId="500"/>
        </pc:sldMkLst>
      </pc:sldChg>
      <pc:sldChg chg="addSp modSp new mod modNotesTx">
        <pc:chgData name="Darshan Sarojini" userId="07b82a2003645659" providerId="LiveId" clId="{6E396DF3-9223-4660-9CCF-F4E0835E357F}" dt="2024-01-25T03:28:27.846" v="6023" actId="20577"/>
        <pc:sldMkLst>
          <pc:docMk/>
          <pc:sldMk cId="135973137" sldId="500"/>
        </pc:sldMkLst>
      </pc:sldChg>
      <pc:sldChg chg="addSp modSp new mod modAnim">
        <pc:chgData name="Darshan Sarojini" userId="07b82a2003645659" providerId="LiveId" clId="{6E396DF3-9223-4660-9CCF-F4E0835E357F}" dt="2024-01-25T04:30:28.053" v="6818"/>
        <pc:sldMkLst>
          <pc:docMk/>
          <pc:sldMk cId="6582038" sldId="501"/>
        </pc:sldMkLst>
      </pc:sldChg>
      <pc:sldChg chg="modNotesTx">
        <pc:chgData name="Darshan Sarojini" userId="07b82a2003645659" providerId="LiveId" clId="{6E396DF3-9223-4660-9CCF-F4E0835E357F}" dt="2024-01-25T01:47:44.181" v="4640" actId="20577"/>
        <pc:sldMkLst>
          <pc:docMk/>
          <pc:sldMk cId="3339777317" sldId="505"/>
        </pc:sldMkLst>
      </pc:sldChg>
      <pc:sldChg chg="modAnim">
        <pc:chgData name="Darshan Sarojini" userId="07b82a2003645659" providerId="LiveId" clId="{6E396DF3-9223-4660-9CCF-F4E0835E357F}" dt="2024-01-25T04:37:17.248" v="6959"/>
        <pc:sldMkLst>
          <pc:docMk/>
          <pc:sldMk cId="3829265935" sldId="507"/>
        </pc:sldMkLst>
      </pc:sldChg>
      <pc:sldChg chg="modAnim">
        <pc:chgData name="Darshan Sarojini" userId="07b82a2003645659" providerId="LiveId" clId="{6E396DF3-9223-4660-9CCF-F4E0835E357F}" dt="2024-01-25T02:26:02.347" v="5286"/>
        <pc:sldMkLst>
          <pc:docMk/>
          <pc:sldMk cId="13068699" sldId="508"/>
        </pc:sldMkLst>
      </pc:sldChg>
      <pc:sldChg chg="modSp modAnim">
        <pc:chgData name="Darshan Sarojini" userId="07b82a2003645659" providerId="LiveId" clId="{6E396DF3-9223-4660-9CCF-F4E0835E357F}" dt="2024-01-25T04:25:34.203" v="6734"/>
        <pc:sldMkLst>
          <pc:docMk/>
          <pc:sldMk cId="1622201532" sldId="511"/>
        </pc:sldMkLst>
      </pc:sldChg>
      <pc:sldChg chg="modSp mod">
        <pc:chgData name="Darshan Sarojini" userId="07b82a2003645659" providerId="LiveId" clId="{6E396DF3-9223-4660-9CCF-F4E0835E357F}" dt="2024-01-25T04:26:15.408" v="6739" actId="1076"/>
        <pc:sldMkLst>
          <pc:docMk/>
          <pc:sldMk cId="4215790226" sldId="512"/>
        </pc:sldMkLst>
      </pc:sldChg>
      <pc:sldChg chg="modNotesTx">
        <pc:chgData name="Darshan Sarojini" userId="07b82a2003645659" providerId="LiveId" clId="{6E396DF3-9223-4660-9CCF-F4E0835E357F}" dt="2024-01-25T03:01:16.942" v="5470" actId="20577"/>
        <pc:sldMkLst>
          <pc:docMk/>
          <pc:sldMk cId="72927646" sldId="523"/>
        </pc:sldMkLst>
      </pc:sldChg>
      <pc:sldChg chg="addSp modSp mod modNotesTx">
        <pc:chgData name="Darshan Sarojini" userId="07b82a2003645659" providerId="LiveId" clId="{6E396DF3-9223-4660-9CCF-F4E0835E357F}" dt="2024-01-25T01:58:26.260" v="4874" actId="1076"/>
        <pc:sldMkLst>
          <pc:docMk/>
          <pc:sldMk cId="1225646515" sldId="530"/>
        </pc:sldMkLst>
      </pc:sldChg>
      <pc:sldChg chg="delSp modSp add del mod delAnim">
        <pc:chgData name="Darshan Sarojini" userId="07b82a2003645659" providerId="LiveId" clId="{6E396DF3-9223-4660-9CCF-F4E0835E357F}" dt="2024-01-25T03:59:50.778" v="6294" actId="47"/>
        <pc:sldMkLst>
          <pc:docMk/>
          <pc:sldMk cId="607809615" sldId="533"/>
        </pc:sldMkLst>
      </pc:sldChg>
      <pc:sldChg chg="modSp new del mod ord">
        <pc:chgData name="Darshan Sarojini" userId="07b82a2003645659" providerId="LiveId" clId="{6E396DF3-9223-4660-9CCF-F4E0835E357F}" dt="2024-01-25T04:04:05.677" v="6387" actId="47"/>
        <pc:sldMkLst>
          <pc:docMk/>
          <pc:sldMk cId="1525828387" sldId="534"/>
        </pc:sldMkLst>
      </pc:sldChg>
      <pc:sldChg chg="modSp new del mod">
        <pc:chgData name="Darshan Sarojini" userId="07b82a2003645659" providerId="LiveId" clId="{6E396DF3-9223-4660-9CCF-F4E0835E357F}" dt="2024-01-25T04:25:43.961" v="6735" actId="47"/>
        <pc:sldMkLst>
          <pc:docMk/>
          <pc:sldMk cId="1810392265" sldId="535"/>
        </pc:sldMkLst>
      </pc:sldChg>
      <pc:sldChg chg="delSp modSp add del mod">
        <pc:chgData name="Darshan Sarojini" userId="07b82a2003645659" providerId="LiveId" clId="{6E396DF3-9223-4660-9CCF-F4E0835E357F}" dt="2024-01-25T04:00:58.575" v="6311" actId="47"/>
        <pc:sldMkLst>
          <pc:docMk/>
          <pc:sldMk cId="2768556096" sldId="536"/>
        </pc:sldMkLst>
      </pc:sldChg>
      <pc:sldChg chg="addSp modSp add mod ord">
        <pc:chgData name="Darshan Sarojini" userId="07b82a2003645659" providerId="LiveId" clId="{6E396DF3-9223-4660-9CCF-F4E0835E357F}" dt="2024-01-25T04:00:52.118" v="6309"/>
        <pc:sldMkLst>
          <pc:docMk/>
          <pc:sldMk cId="2207792119" sldId="537"/>
        </pc:sldMkLst>
      </pc:sldChg>
      <pc:sldChg chg="add del">
        <pc:chgData name="Darshan Sarojini" userId="07b82a2003645659" providerId="LiveId" clId="{6E396DF3-9223-4660-9CCF-F4E0835E357F}" dt="2024-01-25T04:02:37.721" v="6370" actId="47"/>
        <pc:sldMkLst>
          <pc:docMk/>
          <pc:sldMk cId="3435851415" sldId="538"/>
        </pc:sldMkLst>
      </pc:sldChg>
      <pc:sldChg chg="add ord modAnim">
        <pc:chgData name="Darshan Sarojini" userId="07b82a2003645659" providerId="LiveId" clId="{6E396DF3-9223-4660-9CCF-F4E0835E357F}" dt="2024-01-25T04:02:48.422" v="6374"/>
        <pc:sldMkLst>
          <pc:docMk/>
          <pc:sldMk cId="948493633" sldId="539"/>
        </pc:sldMkLst>
      </pc:sldChg>
      <pc:sldChg chg="addSp delSp modSp add mod delAnim modAnim">
        <pc:chgData name="Darshan Sarojini" userId="07b82a2003645659" providerId="LiveId" clId="{6E396DF3-9223-4660-9CCF-F4E0835E357F}" dt="2024-01-25T04:22:27.518" v="6706" actId="478"/>
        <pc:sldMkLst>
          <pc:docMk/>
          <pc:sldMk cId="573700853" sldId="540"/>
        </pc:sldMkLst>
      </pc:sldChg>
      <pc:sldChg chg="addSp delSp modSp add mod delAnim modAnim">
        <pc:chgData name="Darshan Sarojini" userId="07b82a2003645659" providerId="LiveId" clId="{6E396DF3-9223-4660-9CCF-F4E0835E357F}" dt="2024-01-25T04:23:41.294" v="6731" actId="207"/>
        <pc:sldMkLst>
          <pc:docMk/>
          <pc:sldMk cId="1993522049" sldId="541"/>
        </pc:sldMkLst>
      </pc:sldChg>
      <pc:sldChg chg="addSp delSp modSp add mod delAnim modAnim">
        <pc:chgData name="Darshan Sarojini" userId="07b82a2003645659" providerId="LiveId" clId="{6E396DF3-9223-4660-9CCF-F4E0835E357F}" dt="2024-01-25T04:22:42.409" v="6709" actId="20577"/>
        <pc:sldMkLst>
          <pc:docMk/>
          <pc:sldMk cId="4135370704" sldId="542"/>
        </pc:sldMkLst>
      </pc:sldChg>
      <pc:sldChg chg="delSp add del mod modAnim">
        <pc:chgData name="Darshan Sarojini" userId="07b82a2003645659" providerId="LiveId" clId="{6E396DF3-9223-4660-9CCF-F4E0835E357F}" dt="2024-01-25T04:46:18.990" v="7045" actId="47"/>
        <pc:sldMkLst>
          <pc:docMk/>
          <pc:sldMk cId="181588841" sldId="543"/>
        </pc:sldMkLst>
      </pc:sldChg>
    </pc:docChg>
  </pc:docChgLst>
  <pc:docChgLst>
    <pc:chgData name="Darshan Sarojini" userId="07b82a2003645659" providerId="LiveId" clId="{5F50D27C-39C0-45DA-AD80-38FBD359A08B}"/>
    <pc:docChg chg="undo custSel addSld delSld modSld sldOrd delSection modSection">
      <pc:chgData name="Darshan Sarojini" userId="07b82a2003645659" providerId="LiveId" clId="{5F50D27C-39C0-45DA-AD80-38FBD359A08B}" dt="2022-12-14T06:02:33.652" v="1392" actId="207"/>
      <pc:docMkLst>
        <pc:docMk/>
      </pc:docMkLst>
      <pc:sldChg chg="delSp del mod">
        <pc:chgData name="Darshan Sarojini" userId="07b82a2003645659" providerId="LiveId" clId="{5F50D27C-39C0-45DA-AD80-38FBD359A08B}" dt="2022-12-14T05:25:52.403" v="43" actId="47"/>
        <pc:sldMkLst>
          <pc:docMk/>
          <pc:sldMk cId="3237961016" sldId="1261"/>
        </pc:sldMkLst>
      </pc:sldChg>
      <pc:sldChg chg="del">
        <pc:chgData name="Darshan Sarojini" userId="07b82a2003645659" providerId="LiveId" clId="{5F50D27C-39C0-45DA-AD80-38FBD359A08B}" dt="2022-12-14T05:25:52.898" v="44" actId="47"/>
        <pc:sldMkLst>
          <pc:docMk/>
          <pc:sldMk cId="2545293584" sldId="1262"/>
        </pc:sldMkLst>
      </pc:sldChg>
      <pc:sldChg chg="del">
        <pc:chgData name="Darshan Sarojini" userId="07b82a2003645659" providerId="LiveId" clId="{5F50D27C-39C0-45DA-AD80-38FBD359A08B}" dt="2022-12-14T05:25:53.203" v="45" actId="47"/>
        <pc:sldMkLst>
          <pc:docMk/>
          <pc:sldMk cId="1405610472" sldId="1264"/>
        </pc:sldMkLst>
      </pc:sldChg>
      <pc:sldChg chg="del">
        <pc:chgData name="Darshan Sarojini" userId="07b82a2003645659" providerId="LiveId" clId="{5F50D27C-39C0-45DA-AD80-38FBD359A08B}" dt="2022-12-14T05:25:53.503" v="46" actId="47"/>
        <pc:sldMkLst>
          <pc:docMk/>
          <pc:sldMk cId="1770594845" sldId="1265"/>
        </pc:sldMkLst>
      </pc:sldChg>
      <pc:sldChg chg="del">
        <pc:chgData name="Darshan Sarojini" userId="07b82a2003645659" providerId="LiveId" clId="{5F50D27C-39C0-45DA-AD80-38FBD359A08B}" dt="2022-12-14T05:25:53.747" v="47" actId="47"/>
        <pc:sldMkLst>
          <pc:docMk/>
          <pc:sldMk cId="503130744" sldId="1266"/>
        </pc:sldMkLst>
      </pc:sldChg>
      <pc:sldChg chg="del">
        <pc:chgData name="Darshan Sarojini" userId="07b82a2003645659" providerId="LiveId" clId="{5F50D27C-39C0-45DA-AD80-38FBD359A08B}" dt="2022-12-14T05:25:53.943" v="48" actId="47"/>
        <pc:sldMkLst>
          <pc:docMk/>
          <pc:sldMk cId="949427105" sldId="1267"/>
        </pc:sldMkLst>
      </pc:sldChg>
      <pc:sldChg chg="del">
        <pc:chgData name="Darshan Sarojini" userId="07b82a2003645659" providerId="LiveId" clId="{5F50D27C-39C0-45DA-AD80-38FBD359A08B}" dt="2022-12-14T05:25:54.144" v="49" actId="47"/>
        <pc:sldMkLst>
          <pc:docMk/>
          <pc:sldMk cId="3451884064" sldId="1268"/>
        </pc:sldMkLst>
      </pc:sldChg>
      <pc:sldChg chg="del">
        <pc:chgData name="Darshan Sarojini" userId="07b82a2003645659" providerId="LiveId" clId="{5F50D27C-39C0-45DA-AD80-38FBD359A08B}" dt="2022-12-14T05:25:55.820" v="50" actId="47"/>
        <pc:sldMkLst>
          <pc:docMk/>
          <pc:sldMk cId="3071835628" sldId="1269"/>
        </pc:sldMkLst>
      </pc:sldChg>
      <pc:sldChg chg="del">
        <pc:chgData name="Darshan Sarojini" userId="07b82a2003645659" providerId="LiveId" clId="{5F50D27C-39C0-45DA-AD80-38FBD359A08B}" dt="2022-12-14T05:25:56.612" v="51" actId="47"/>
        <pc:sldMkLst>
          <pc:docMk/>
          <pc:sldMk cId="3441981116" sldId="1270"/>
        </pc:sldMkLst>
      </pc:sldChg>
      <pc:sldChg chg="del">
        <pc:chgData name="Darshan Sarojini" userId="07b82a2003645659" providerId="LiveId" clId="{5F50D27C-39C0-45DA-AD80-38FBD359A08B}" dt="2022-12-14T05:28:26.724" v="215" actId="47"/>
        <pc:sldMkLst>
          <pc:docMk/>
          <pc:sldMk cId="1882806407" sldId="1271"/>
        </pc:sldMkLst>
      </pc:sldChg>
      <pc:sldChg chg="del">
        <pc:chgData name="Darshan Sarojini" userId="07b82a2003645659" providerId="LiveId" clId="{5F50D27C-39C0-45DA-AD80-38FBD359A08B}" dt="2022-12-14T05:28:34.019" v="217" actId="47"/>
        <pc:sldMkLst>
          <pc:docMk/>
          <pc:sldMk cId="3326839397" sldId="1272"/>
        </pc:sldMkLst>
      </pc:sldChg>
      <pc:sldChg chg="addSp delSp modSp mod ord modTransition delAnim modAnim">
        <pc:chgData name="Darshan Sarojini" userId="07b82a2003645659" providerId="LiveId" clId="{5F50D27C-39C0-45DA-AD80-38FBD359A08B}" dt="2022-12-14T06:02:33.652" v="1392" actId="207"/>
        <pc:sldMkLst>
          <pc:docMk/>
          <pc:sldMk cId="2403534257" sldId="1273"/>
        </pc:sldMkLst>
      </pc:sldChg>
      <pc:sldChg chg="del">
        <pc:chgData name="Darshan Sarojini" userId="07b82a2003645659" providerId="LiveId" clId="{5F50D27C-39C0-45DA-AD80-38FBD359A08B}" dt="2022-12-14T05:28:34.523" v="218" actId="47"/>
        <pc:sldMkLst>
          <pc:docMk/>
          <pc:sldMk cId="1288002322" sldId="1274"/>
        </pc:sldMkLst>
      </pc:sldChg>
      <pc:sldChg chg="delSp del modTransition modAnim">
        <pc:chgData name="Darshan Sarojini" userId="07b82a2003645659" providerId="LiveId" clId="{5F50D27C-39C0-45DA-AD80-38FBD359A08B}" dt="2022-12-14T05:51:33.660" v="847" actId="47"/>
        <pc:sldMkLst>
          <pc:docMk/>
          <pc:sldMk cId="832452629" sldId="1275"/>
        </pc:sldMkLst>
      </pc:sldChg>
      <pc:sldChg chg="delSp del mod delAnim">
        <pc:chgData name="Darshan Sarojini" userId="07b82a2003645659" providerId="LiveId" clId="{5F50D27C-39C0-45DA-AD80-38FBD359A08B}" dt="2022-12-14T05:28:32.547" v="216" actId="47"/>
        <pc:sldMkLst>
          <pc:docMk/>
          <pc:sldMk cId="649042202" sldId="1276"/>
        </pc:sldMkLst>
      </pc:sldChg>
      <pc:sldChg chg="addSp delSp modSp add del mod modTransition delAnim modAnim">
        <pc:chgData name="Darshan Sarojini" userId="07b82a2003645659" providerId="LiveId" clId="{5F50D27C-39C0-45DA-AD80-38FBD359A08B}" dt="2022-12-14T05:41:52.957" v="565" actId="47"/>
        <pc:sldMkLst>
          <pc:docMk/>
          <pc:sldMk cId="4088352607" sldId="1276"/>
        </pc:sldMkLst>
      </pc:sldChg>
      <pc:sldChg chg="addSp delSp modSp add mod ord modTransition delAnim modAnim">
        <pc:chgData name="Darshan Sarojini" userId="07b82a2003645659" providerId="LiveId" clId="{5F50D27C-39C0-45DA-AD80-38FBD359A08B}" dt="2022-12-14T06:01:10.969" v="1318" actId="20577"/>
        <pc:sldMkLst>
          <pc:docMk/>
          <pc:sldMk cId="3208502582" sldId="1277"/>
        </pc:sldMkLst>
      </pc:sldChg>
      <pc:sldChg chg="addSp delSp modSp add mod ord delAnim modAnim">
        <pc:chgData name="Darshan Sarojini" userId="07b82a2003645659" providerId="LiveId" clId="{5F50D27C-39C0-45DA-AD80-38FBD359A08B}" dt="2022-12-14T05:58:47.281" v="1085"/>
        <pc:sldMkLst>
          <pc:docMk/>
          <pc:sldMk cId="3830874746" sldId="1278"/>
        </pc:sldMkLst>
      </pc:sldChg>
      <pc:sldChg chg="addSp delSp modSp add mod delAnim modAnim">
        <pc:chgData name="Darshan Sarojini" userId="07b82a2003645659" providerId="LiveId" clId="{5F50D27C-39C0-45DA-AD80-38FBD359A08B}" dt="2022-12-14T05:51:29.716" v="846" actId="1076"/>
        <pc:sldMkLst>
          <pc:docMk/>
          <pc:sldMk cId="1884868488" sldId="1279"/>
        </pc:sldMkLst>
      </pc:sldChg>
    </pc:docChg>
  </pc:docChgLst>
  <pc:docChgLst>
    <pc:chgData name="Sarojini, Darshan" userId="4491a6a1-12b4-4d1a-b54b-dd868d934e96" providerId="ADAL" clId="{5FEFA101-0246-43B5-875D-75CE258CDCB9}"/>
    <pc:docChg chg="undo redo custSel addSld delSld modSld sldOrd">
      <pc:chgData name="Sarojini, Darshan" userId="4491a6a1-12b4-4d1a-b54b-dd868d934e96" providerId="ADAL" clId="{5FEFA101-0246-43B5-875D-75CE258CDCB9}" dt="2024-07-01T03:17:35.141" v="4941"/>
      <pc:docMkLst>
        <pc:docMk/>
      </pc:docMkLst>
      <pc:sldChg chg="modSp mod">
        <pc:chgData name="Sarojini, Darshan" userId="4491a6a1-12b4-4d1a-b54b-dd868d934e96" providerId="ADAL" clId="{5FEFA101-0246-43B5-875D-75CE258CDCB9}" dt="2024-06-30T02:28:02.797" v="28" actId="20577"/>
        <pc:sldMkLst>
          <pc:docMk/>
          <pc:sldMk cId="2437795974" sldId="580"/>
        </pc:sldMkLst>
      </pc:sldChg>
      <pc:sldChg chg="del">
        <pc:chgData name="Sarojini, Darshan" userId="4491a6a1-12b4-4d1a-b54b-dd868d934e96" providerId="ADAL" clId="{5FEFA101-0246-43B5-875D-75CE258CDCB9}" dt="2024-07-01T01:48:44.802" v="3696" actId="47"/>
        <pc:sldMkLst>
          <pc:docMk/>
          <pc:sldMk cId="2588767289" sldId="582"/>
        </pc:sldMkLst>
      </pc:sldChg>
      <pc:sldChg chg="del">
        <pc:chgData name="Sarojini, Darshan" userId="4491a6a1-12b4-4d1a-b54b-dd868d934e96" providerId="ADAL" clId="{5FEFA101-0246-43B5-875D-75CE258CDCB9}" dt="2024-07-01T01:48:45.720" v="3697" actId="47"/>
        <pc:sldMkLst>
          <pc:docMk/>
          <pc:sldMk cId="3008979721" sldId="584"/>
        </pc:sldMkLst>
      </pc:sldChg>
      <pc:sldChg chg="addSp modSp new mod modAnim">
        <pc:chgData name="Sarojini, Darshan" userId="4491a6a1-12b4-4d1a-b54b-dd868d934e96" providerId="ADAL" clId="{5FEFA101-0246-43B5-875D-75CE258CDCB9}" dt="2024-07-01T03:16:04.476" v="4921" actId="207"/>
        <pc:sldMkLst>
          <pc:docMk/>
          <pc:sldMk cId="1198095131" sldId="585"/>
        </pc:sldMkLst>
      </pc:sldChg>
      <pc:sldChg chg="modSp add del">
        <pc:chgData name="Sarojini, Darshan" userId="4491a6a1-12b4-4d1a-b54b-dd868d934e96" providerId="ADAL" clId="{5FEFA101-0246-43B5-875D-75CE258CDCB9}" dt="2024-06-30T06:26:30.824" v="3690" actId="47"/>
        <pc:sldMkLst>
          <pc:docMk/>
          <pc:sldMk cId="3580533378" sldId="586"/>
        </pc:sldMkLst>
      </pc:sldChg>
      <pc:sldChg chg="modSp new mod">
        <pc:chgData name="Sarojini, Darshan" userId="4491a6a1-12b4-4d1a-b54b-dd868d934e96" providerId="ADAL" clId="{5FEFA101-0246-43B5-875D-75CE258CDCB9}" dt="2024-06-30T02:37:24.057" v="230" actId="6549"/>
        <pc:sldMkLst>
          <pc:docMk/>
          <pc:sldMk cId="1883532640" sldId="587"/>
        </pc:sldMkLst>
      </pc:sldChg>
      <pc:sldChg chg="delSp modSp add mod modAnim">
        <pc:chgData name="Sarojini, Darshan" userId="4491a6a1-12b4-4d1a-b54b-dd868d934e96" providerId="ADAL" clId="{5FEFA101-0246-43B5-875D-75CE258CDCB9}" dt="2024-07-01T03:16:10.492" v="4922" actId="207"/>
        <pc:sldMkLst>
          <pc:docMk/>
          <pc:sldMk cId="2536277698" sldId="588"/>
        </pc:sldMkLst>
      </pc:sldChg>
      <pc:sldChg chg="addSp delSp modSp add del mod">
        <pc:chgData name="Sarojini, Darshan" userId="4491a6a1-12b4-4d1a-b54b-dd868d934e96" providerId="ADAL" clId="{5FEFA101-0246-43B5-875D-75CE258CDCB9}" dt="2024-07-01T02:19:47.003" v="4330" actId="47"/>
        <pc:sldMkLst>
          <pc:docMk/>
          <pc:sldMk cId="1860936094" sldId="589"/>
        </pc:sldMkLst>
      </pc:sldChg>
      <pc:sldChg chg="modSp add mod ord">
        <pc:chgData name="Sarojini, Darshan" userId="4491a6a1-12b4-4d1a-b54b-dd868d934e96" providerId="ADAL" clId="{5FEFA101-0246-43B5-875D-75CE258CDCB9}" dt="2024-07-01T03:16:29.030" v="4926" actId="207"/>
        <pc:sldMkLst>
          <pc:docMk/>
          <pc:sldMk cId="1358543008" sldId="590"/>
        </pc:sldMkLst>
      </pc:sldChg>
      <pc:sldChg chg="addSp modSp add mod ord">
        <pc:chgData name="Sarojini, Darshan" userId="4491a6a1-12b4-4d1a-b54b-dd868d934e96" providerId="ADAL" clId="{5FEFA101-0246-43B5-875D-75CE258CDCB9}" dt="2024-07-01T03:17:01.472" v="4933" actId="207"/>
        <pc:sldMkLst>
          <pc:docMk/>
          <pc:sldMk cId="175875320" sldId="591"/>
        </pc:sldMkLst>
      </pc:sldChg>
      <pc:sldChg chg="addSp delSp modSp add mod">
        <pc:chgData name="Sarojini, Darshan" userId="4491a6a1-12b4-4d1a-b54b-dd868d934e96" providerId="ADAL" clId="{5FEFA101-0246-43B5-875D-75CE258CDCB9}" dt="2024-07-01T03:17:06.566" v="4934" actId="207"/>
        <pc:sldMkLst>
          <pc:docMk/>
          <pc:sldMk cId="1534258447" sldId="592"/>
        </pc:sldMkLst>
      </pc:sldChg>
      <pc:sldChg chg="addSp delSp modSp add mod">
        <pc:chgData name="Sarojini, Darshan" userId="4491a6a1-12b4-4d1a-b54b-dd868d934e96" providerId="ADAL" clId="{5FEFA101-0246-43B5-875D-75CE258CDCB9}" dt="2024-07-01T03:17:13.332" v="4936" actId="207"/>
        <pc:sldMkLst>
          <pc:docMk/>
          <pc:sldMk cId="1413601544" sldId="593"/>
        </pc:sldMkLst>
      </pc:sldChg>
      <pc:sldChg chg="addSp delSp modSp add mod ord">
        <pc:chgData name="Sarojini, Darshan" userId="4491a6a1-12b4-4d1a-b54b-dd868d934e96" providerId="ADAL" clId="{5FEFA101-0246-43B5-875D-75CE258CDCB9}" dt="2024-07-01T03:17:31.961" v="4940"/>
        <pc:sldMkLst>
          <pc:docMk/>
          <pc:sldMk cId="1036693408" sldId="594"/>
        </pc:sldMkLst>
      </pc:sldChg>
      <pc:sldChg chg="addSp delSp modSp add mod">
        <pc:chgData name="Sarojini, Darshan" userId="4491a6a1-12b4-4d1a-b54b-dd868d934e96" providerId="ADAL" clId="{5FEFA101-0246-43B5-875D-75CE258CDCB9}" dt="2024-07-01T03:16:39.224" v="4928" actId="207"/>
        <pc:sldMkLst>
          <pc:docMk/>
          <pc:sldMk cId="2888904526" sldId="595"/>
        </pc:sldMkLst>
      </pc:sldChg>
      <pc:sldChg chg="addSp delSp modSp add mod ord">
        <pc:chgData name="Sarojini, Darshan" userId="4491a6a1-12b4-4d1a-b54b-dd868d934e96" providerId="ADAL" clId="{5FEFA101-0246-43B5-875D-75CE258CDCB9}" dt="2024-07-01T03:16:45.177" v="4929" actId="207"/>
        <pc:sldMkLst>
          <pc:docMk/>
          <pc:sldMk cId="3566288320" sldId="596"/>
        </pc:sldMkLst>
      </pc:sldChg>
      <pc:sldChg chg="addSp delSp modSp add mod">
        <pc:chgData name="Sarojini, Darshan" userId="4491a6a1-12b4-4d1a-b54b-dd868d934e96" providerId="ADAL" clId="{5FEFA101-0246-43B5-875D-75CE258CDCB9}" dt="2024-07-01T03:16:56.427" v="4932" actId="207"/>
        <pc:sldMkLst>
          <pc:docMk/>
          <pc:sldMk cId="887948100" sldId="597"/>
        </pc:sldMkLst>
      </pc:sldChg>
      <pc:sldChg chg="addSp delSp modSp add del mod">
        <pc:chgData name="Sarojini, Darshan" userId="4491a6a1-12b4-4d1a-b54b-dd868d934e96" providerId="ADAL" clId="{5FEFA101-0246-43B5-875D-75CE258CDCB9}" dt="2024-06-30T04:44:58.434" v="3598" actId="2696"/>
        <pc:sldMkLst>
          <pc:docMk/>
          <pc:sldMk cId="12176770" sldId="598"/>
        </pc:sldMkLst>
      </pc:sldChg>
      <pc:sldChg chg="addSp delSp modSp add del mod">
        <pc:chgData name="Sarojini, Darshan" userId="4491a6a1-12b4-4d1a-b54b-dd868d934e96" providerId="ADAL" clId="{5FEFA101-0246-43B5-875D-75CE258CDCB9}" dt="2024-06-30T04:45:20.383" v="3601" actId="2696"/>
        <pc:sldMkLst>
          <pc:docMk/>
          <pc:sldMk cId="1352486655" sldId="599"/>
        </pc:sldMkLst>
      </pc:sldChg>
      <pc:sldChg chg="addSp delSp modSp add mod ord">
        <pc:chgData name="Sarojini, Darshan" userId="4491a6a1-12b4-4d1a-b54b-dd868d934e96" providerId="ADAL" clId="{5FEFA101-0246-43B5-875D-75CE258CDCB9}" dt="2024-07-01T03:17:16.752" v="4937" actId="207"/>
        <pc:sldMkLst>
          <pc:docMk/>
          <pc:sldMk cId="824021390" sldId="600"/>
        </pc:sldMkLst>
      </pc:sldChg>
      <pc:sldChg chg="addSp delSp modSp add mod">
        <pc:chgData name="Sarojini, Darshan" userId="4491a6a1-12b4-4d1a-b54b-dd868d934e96" providerId="ADAL" clId="{5FEFA101-0246-43B5-875D-75CE258CDCB9}" dt="2024-07-01T03:17:20.619" v="4938" actId="207"/>
        <pc:sldMkLst>
          <pc:docMk/>
          <pc:sldMk cId="1665882402" sldId="601"/>
        </pc:sldMkLst>
      </pc:sldChg>
      <pc:sldChg chg="modSp add del mod">
        <pc:chgData name="Sarojini, Darshan" userId="4491a6a1-12b4-4d1a-b54b-dd868d934e96" providerId="ADAL" clId="{5FEFA101-0246-43B5-875D-75CE258CDCB9}" dt="2024-07-01T02:40:08.332" v="4920" actId="47"/>
        <pc:sldMkLst>
          <pc:docMk/>
          <pc:sldMk cId="3309612774" sldId="602"/>
        </pc:sldMkLst>
      </pc:sldChg>
      <pc:sldChg chg="delSp modSp add mod">
        <pc:chgData name="Sarojini, Darshan" userId="4491a6a1-12b4-4d1a-b54b-dd868d934e96" providerId="ADAL" clId="{5FEFA101-0246-43B5-875D-75CE258CDCB9}" dt="2024-07-01T03:16:19.496" v="4924" actId="207"/>
        <pc:sldMkLst>
          <pc:docMk/>
          <pc:sldMk cId="1173481625" sldId="603"/>
        </pc:sldMkLst>
      </pc:sldChg>
      <pc:sldChg chg="modSp add mod">
        <pc:chgData name="Sarojini, Darshan" userId="4491a6a1-12b4-4d1a-b54b-dd868d934e96" providerId="ADAL" clId="{5FEFA101-0246-43B5-875D-75CE258CDCB9}" dt="2024-07-01T03:16:23.218" v="4925" actId="207"/>
        <pc:sldMkLst>
          <pc:docMk/>
          <pc:sldMk cId="4068656032" sldId="604"/>
        </pc:sldMkLst>
      </pc:sldChg>
      <pc:sldChg chg="modSp add mod ord">
        <pc:chgData name="Sarojini, Darshan" userId="4491a6a1-12b4-4d1a-b54b-dd868d934e96" providerId="ADAL" clId="{5FEFA101-0246-43B5-875D-75CE258CDCB9}" dt="2024-07-01T03:16:34.567" v="4927" actId="207"/>
        <pc:sldMkLst>
          <pc:docMk/>
          <pc:sldMk cId="1727496616" sldId="605"/>
        </pc:sldMkLst>
      </pc:sldChg>
      <pc:sldChg chg="modSp add mod ord">
        <pc:chgData name="Sarojini, Darshan" userId="4491a6a1-12b4-4d1a-b54b-dd868d934e96" providerId="ADAL" clId="{5FEFA101-0246-43B5-875D-75CE258CDCB9}" dt="2024-07-01T03:17:09.967" v="4935" actId="207"/>
        <pc:sldMkLst>
          <pc:docMk/>
          <pc:sldMk cId="4173919359" sldId="606"/>
        </pc:sldMkLst>
      </pc:sldChg>
      <pc:sldChg chg="addSp delSp modSp add mod">
        <pc:chgData name="Sarojini, Darshan" userId="4491a6a1-12b4-4d1a-b54b-dd868d934e96" providerId="ADAL" clId="{5FEFA101-0246-43B5-875D-75CE258CDCB9}" dt="2024-07-01T03:17:35.141" v="4941"/>
        <pc:sldMkLst>
          <pc:docMk/>
          <pc:sldMk cId="2018625246" sldId="607"/>
        </pc:sldMkLst>
      </pc:sldChg>
      <pc:sldChg chg="delSp modSp add del mod">
        <pc:chgData name="Sarojini, Darshan" userId="4491a6a1-12b4-4d1a-b54b-dd868d934e96" providerId="ADAL" clId="{5FEFA101-0246-43B5-875D-75CE258CDCB9}" dt="2024-06-30T04:45:24.285" v="3602" actId="47"/>
        <pc:sldMkLst>
          <pc:docMk/>
          <pc:sldMk cId="3794979711" sldId="607"/>
        </pc:sldMkLst>
      </pc:sldChg>
      <pc:sldChg chg="modSp add del">
        <pc:chgData name="Sarojini, Darshan" userId="4491a6a1-12b4-4d1a-b54b-dd868d934e96" providerId="ADAL" clId="{5FEFA101-0246-43B5-875D-75CE258CDCB9}" dt="2024-06-30T04:45:24.285" v="3602" actId="47"/>
        <pc:sldMkLst>
          <pc:docMk/>
          <pc:sldMk cId="1758851367" sldId="608"/>
        </pc:sldMkLst>
      </pc:sldChg>
      <pc:sldChg chg="addSp delSp modSp add mod">
        <pc:chgData name="Sarojini, Darshan" userId="4491a6a1-12b4-4d1a-b54b-dd868d934e96" providerId="ADAL" clId="{5FEFA101-0246-43B5-875D-75CE258CDCB9}" dt="2024-07-01T03:16:15.518" v="4923" actId="207"/>
        <pc:sldMkLst>
          <pc:docMk/>
          <pc:sldMk cId="2898770527" sldId="608"/>
        </pc:sldMkLst>
      </pc:sldChg>
      <pc:sldChg chg="modSp add del ord">
        <pc:chgData name="Sarojini, Darshan" userId="4491a6a1-12b4-4d1a-b54b-dd868d934e96" providerId="ADAL" clId="{5FEFA101-0246-43B5-875D-75CE258CDCB9}" dt="2024-06-30T04:45:24.285" v="3602" actId="47"/>
        <pc:sldMkLst>
          <pc:docMk/>
          <pc:sldMk cId="1128602511" sldId="609"/>
        </pc:sldMkLst>
      </pc:sldChg>
      <pc:sldChg chg="addSp delSp modSp add mod">
        <pc:chgData name="Sarojini, Darshan" userId="4491a6a1-12b4-4d1a-b54b-dd868d934e96" providerId="ADAL" clId="{5FEFA101-0246-43B5-875D-75CE258CDCB9}" dt="2024-07-01T03:16:49.119" v="4930" actId="207"/>
        <pc:sldMkLst>
          <pc:docMk/>
          <pc:sldMk cId="3881539915" sldId="609"/>
        </pc:sldMkLst>
      </pc:sldChg>
      <pc:sldChg chg="modSp add mod">
        <pc:chgData name="Sarojini, Darshan" userId="4491a6a1-12b4-4d1a-b54b-dd868d934e96" providerId="ADAL" clId="{5FEFA101-0246-43B5-875D-75CE258CDCB9}" dt="2024-07-01T03:16:52.809" v="4931" actId="207"/>
        <pc:sldMkLst>
          <pc:docMk/>
          <pc:sldMk cId="93610845" sldId="610"/>
        </pc:sldMkLst>
      </pc:sldChg>
      <pc:sldChg chg="modSp add del ord">
        <pc:chgData name="Sarojini, Darshan" userId="4491a6a1-12b4-4d1a-b54b-dd868d934e96" providerId="ADAL" clId="{5FEFA101-0246-43B5-875D-75CE258CDCB9}" dt="2024-06-30T04:47:28.383" v="3603" actId="47"/>
        <pc:sldMkLst>
          <pc:docMk/>
          <pc:sldMk cId="2401544541" sldId="610"/>
        </pc:sldMkLst>
      </pc:sldChg>
      <pc:sldChg chg="del">
        <pc:chgData name="Sarojini, Darshan" userId="4491a6a1-12b4-4d1a-b54b-dd868d934e96" providerId="ADAL" clId="{5FEFA101-0246-43B5-875D-75CE258CDCB9}" dt="2024-06-30T02:28:11.402" v="29" actId="47"/>
        <pc:sldMkLst>
          <pc:docMk/>
          <pc:sldMk cId="3013536676" sldId="977"/>
        </pc:sldMkLst>
      </pc:sldChg>
      <pc:sldChg chg="del">
        <pc:chgData name="Sarojini, Darshan" userId="4491a6a1-12b4-4d1a-b54b-dd868d934e96" providerId="ADAL" clId="{5FEFA101-0246-43B5-875D-75CE258CDCB9}" dt="2024-06-30T02:28:11.402" v="29" actId="47"/>
        <pc:sldMkLst>
          <pc:docMk/>
          <pc:sldMk cId="646574987" sldId="978"/>
        </pc:sldMkLst>
      </pc:sldChg>
      <pc:sldChg chg="del">
        <pc:chgData name="Sarojini, Darshan" userId="4491a6a1-12b4-4d1a-b54b-dd868d934e96" providerId="ADAL" clId="{5FEFA101-0246-43B5-875D-75CE258CDCB9}" dt="2024-06-30T02:28:11.402" v="29" actId="47"/>
        <pc:sldMkLst>
          <pc:docMk/>
          <pc:sldMk cId="704520656" sldId="979"/>
        </pc:sldMkLst>
      </pc:sldChg>
      <pc:sldChg chg="del">
        <pc:chgData name="Sarojini, Darshan" userId="4491a6a1-12b4-4d1a-b54b-dd868d934e96" providerId="ADAL" clId="{5FEFA101-0246-43B5-875D-75CE258CDCB9}" dt="2024-06-30T02:28:11.402" v="29" actId="47"/>
        <pc:sldMkLst>
          <pc:docMk/>
          <pc:sldMk cId="3836521061" sldId="980"/>
        </pc:sldMkLst>
      </pc:sldChg>
      <pc:sldChg chg="del">
        <pc:chgData name="Sarojini, Darshan" userId="4491a6a1-12b4-4d1a-b54b-dd868d934e96" providerId="ADAL" clId="{5FEFA101-0246-43B5-875D-75CE258CDCB9}" dt="2024-06-30T02:28:11.402" v="29" actId="47"/>
        <pc:sldMkLst>
          <pc:docMk/>
          <pc:sldMk cId="970757730" sldId="982"/>
        </pc:sldMkLst>
      </pc:sldChg>
      <pc:sldMasterChg chg="delSldLayout">
        <pc:chgData name="Sarojini, Darshan" userId="4491a6a1-12b4-4d1a-b54b-dd868d934e96" providerId="ADAL" clId="{5FEFA101-0246-43B5-875D-75CE258CDCB9}" dt="2024-06-30T02:28:11.402" v="29" actId="47"/>
        <pc:sldMasterMkLst>
          <pc:docMk/>
          <pc:sldMasterMk cId="3278790779" sldId="2147484151"/>
        </pc:sldMasterMkLst>
        <pc:sldLayoutChg chg="del">
          <pc:chgData name="Sarojini, Darshan" userId="4491a6a1-12b4-4d1a-b54b-dd868d934e96" providerId="ADAL" clId="{5FEFA101-0246-43B5-875D-75CE258CDCB9}" dt="2024-06-30T02:28:11.402" v="29" actId="47"/>
          <pc:sldLayoutMkLst>
            <pc:docMk/>
            <pc:sldMasterMk cId="3278790779" sldId="2147484151"/>
            <pc:sldLayoutMk cId="3786160538" sldId="2147484189"/>
          </pc:sldLayoutMkLst>
        </pc:sldLayoutChg>
      </pc:sldMasterChg>
    </pc:docChg>
  </pc:docChgLst>
  <pc:docChgLst>
    <pc:chgData name="Darshan Sarojini" userId="07b82a2003645659" providerId="LiveId" clId="{8E09AFC9-CB48-4C87-91C3-8D03E29C2E2A}"/>
    <pc:docChg chg="undo custSel addSld modSld sldOrd modSection">
      <pc:chgData name="Darshan Sarojini" userId="07b82a2003645659" providerId="LiveId" clId="{8E09AFC9-CB48-4C87-91C3-8D03E29C2E2A}" dt="2023-01-16T05:15:43.881" v="2413" actId="1076"/>
      <pc:docMkLst>
        <pc:docMk/>
      </pc:docMkLst>
      <pc:sldChg chg="modSp mod">
        <pc:chgData name="Darshan Sarojini" userId="07b82a2003645659" providerId="LiveId" clId="{8E09AFC9-CB48-4C87-91C3-8D03E29C2E2A}" dt="2023-01-16T02:32:04.932" v="10"/>
        <pc:sldMkLst>
          <pc:docMk/>
          <pc:sldMk cId="926816127" sldId="512"/>
        </pc:sldMkLst>
      </pc:sldChg>
      <pc:sldChg chg="addSp delSp modSp mod">
        <pc:chgData name="Darshan Sarojini" userId="07b82a2003645659" providerId="LiveId" clId="{8E09AFC9-CB48-4C87-91C3-8D03E29C2E2A}" dt="2023-01-16T05:15:29.525" v="2410" actId="1076"/>
        <pc:sldMkLst>
          <pc:docMk/>
          <pc:sldMk cId="4154670810" sldId="1275"/>
        </pc:sldMkLst>
      </pc:sldChg>
      <pc:sldChg chg="addSp delSp modSp mod">
        <pc:chgData name="Darshan Sarojini" userId="07b82a2003645659" providerId="LiveId" clId="{8E09AFC9-CB48-4C87-91C3-8D03E29C2E2A}" dt="2023-01-16T05:15:43.881" v="2413" actId="1076"/>
        <pc:sldMkLst>
          <pc:docMk/>
          <pc:sldMk cId="484489983" sldId="1278"/>
        </pc:sldMkLst>
      </pc:sldChg>
      <pc:sldChg chg="mod modShow">
        <pc:chgData name="Darshan Sarojini" userId="07b82a2003645659" providerId="LiveId" clId="{8E09AFC9-CB48-4C87-91C3-8D03E29C2E2A}" dt="2023-01-16T05:09:09.575" v="2357" actId="729"/>
        <pc:sldMkLst>
          <pc:docMk/>
          <pc:sldMk cId="4257037365" sldId="1302"/>
        </pc:sldMkLst>
      </pc:sldChg>
      <pc:sldChg chg="mod ord modShow">
        <pc:chgData name="Darshan Sarojini" userId="07b82a2003645659" providerId="LiveId" clId="{8E09AFC9-CB48-4C87-91C3-8D03E29C2E2A}" dt="2023-01-16T05:09:09.575" v="2357" actId="729"/>
        <pc:sldMkLst>
          <pc:docMk/>
          <pc:sldMk cId="1482586835" sldId="1312"/>
        </pc:sldMkLst>
      </pc:sldChg>
      <pc:sldChg chg="addSp delSp modSp mod modAnim">
        <pc:chgData name="Darshan Sarojini" userId="07b82a2003645659" providerId="LiveId" clId="{8E09AFC9-CB48-4C87-91C3-8D03E29C2E2A}" dt="2023-01-16T04:44:44.275" v="1919" actId="207"/>
        <pc:sldMkLst>
          <pc:docMk/>
          <pc:sldMk cId="4104397410" sldId="1313"/>
        </pc:sldMkLst>
      </pc:sldChg>
      <pc:sldChg chg="mod ord modShow">
        <pc:chgData name="Darshan Sarojini" userId="07b82a2003645659" providerId="LiveId" clId="{8E09AFC9-CB48-4C87-91C3-8D03E29C2E2A}" dt="2023-01-16T05:09:09.575" v="2357" actId="729"/>
        <pc:sldMkLst>
          <pc:docMk/>
          <pc:sldMk cId="4140016690" sldId="1314"/>
        </pc:sldMkLst>
      </pc:sldChg>
      <pc:sldChg chg="mod modShow">
        <pc:chgData name="Darshan Sarojini" userId="07b82a2003645659" providerId="LiveId" clId="{8E09AFC9-CB48-4C87-91C3-8D03E29C2E2A}" dt="2023-01-16T05:09:09.575" v="2357" actId="729"/>
        <pc:sldMkLst>
          <pc:docMk/>
          <pc:sldMk cId="1429294745" sldId="1316"/>
        </pc:sldMkLst>
      </pc:sldChg>
      <pc:sldChg chg="modSp mod ord modShow">
        <pc:chgData name="Darshan Sarojini" userId="07b82a2003645659" providerId="LiveId" clId="{8E09AFC9-CB48-4C87-91C3-8D03E29C2E2A}" dt="2023-01-16T04:38:39.931" v="1679"/>
        <pc:sldMkLst>
          <pc:docMk/>
          <pc:sldMk cId="3844019740" sldId="1324"/>
        </pc:sldMkLst>
      </pc:sldChg>
      <pc:sldChg chg="delSp modSp mod">
        <pc:chgData name="Darshan Sarojini" userId="07b82a2003645659" providerId="LiveId" clId="{8E09AFC9-CB48-4C87-91C3-8D03E29C2E2A}" dt="2023-01-16T04:31:21.894" v="1530" actId="1076"/>
        <pc:sldMkLst>
          <pc:docMk/>
          <pc:sldMk cId="2379999865" sldId="1325"/>
        </pc:sldMkLst>
      </pc:sldChg>
      <pc:sldChg chg="addSp delSp modSp mod ord modShow">
        <pc:chgData name="Darshan Sarojini" userId="07b82a2003645659" providerId="LiveId" clId="{8E09AFC9-CB48-4C87-91C3-8D03E29C2E2A}" dt="2023-01-16T04:38:39.931" v="1679"/>
        <pc:sldMkLst>
          <pc:docMk/>
          <pc:sldMk cId="3889500872" sldId="1328"/>
        </pc:sldMkLst>
      </pc:sldChg>
      <pc:sldChg chg="mod ord modShow">
        <pc:chgData name="Darshan Sarojini" userId="07b82a2003645659" providerId="LiveId" clId="{8E09AFC9-CB48-4C87-91C3-8D03E29C2E2A}" dt="2023-01-16T04:45:01.849" v="1921"/>
        <pc:sldMkLst>
          <pc:docMk/>
          <pc:sldMk cId="2727569467" sldId="1329"/>
        </pc:sldMkLst>
      </pc:sldChg>
      <pc:sldChg chg="delSp modSp mod ord delAnim modShow">
        <pc:chgData name="Darshan Sarojini" userId="07b82a2003645659" providerId="LiveId" clId="{8E09AFC9-CB48-4C87-91C3-8D03E29C2E2A}" dt="2023-01-16T04:38:46.566" v="1681"/>
        <pc:sldMkLst>
          <pc:docMk/>
          <pc:sldMk cId="3711678636" sldId="1330"/>
        </pc:sldMkLst>
      </pc:sldChg>
      <pc:sldChg chg="addSp delSp modSp mod">
        <pc:chgData name="Darshan Sarojini" userId="07b82a2003645659" providerId="LiveId" clId="{8E09AFC9-CB48-4C87-91C3-8D03E29C2E2A}" dt="2023-01-16T04:32:36.603" v="1545" actId="478"/>
        <pc:sldMkLst>
          <pc:docMk/>
          <pc:sldMk cId="2207591775" sldId="1331"/>
        </pc:sldMkLst>
      </pc:sldChg>
      <pc:sldChg chg="addSp delSp modSp mod modAnim">
        <pc:chgData name="Darshan Sarojini" userId="07b82a2003645659" providerId="LiveId" clId="{8E09AFC9-CB48-4C87-91C3-8D03E29C2E2A}" dt="2023-01-16T04:44:05.704" v="1916"/>
        <pc:sldMkLst>
          <pc:docMk/>
          <pc:sldMk cId="815016364" sldId="1332"/>
        </pc:sldMkLst>
      </pc:sldChg>
      <pc:sldChg chg="modSp add mod ord modShow">
        <pc:chgData name="Darshan Sarojini" userId="07b82a2003645659" providerId="LiveId" clId="{8E09AFC9-CB48-4C87-91C3-8D03E29C2E2A}" dt="2023-01-16T04:38:39.931" v="1679"/>
        <pc:sldMkLst>
          <pc:docMk/>
          <pc:sldMk cId="263756045" sldId="1334"/>
        </pc:sldMkLst>
      </pc:sldChg>
      <pc:sldChg chg="add mod ord modShow">
        <pc:chgData name="Darshan Sarojini" userId="07b82a2003645659" providerId="LiveId" clId="{8E09AFC9-CB48-4C87-91C3-8D03E29C2E2A}" dt="2023-01-16T04:38:46.566" v="1681"/>
        <pc:sldMkLst>
          <pc:docMk/>
          <pc:sldMk cId="2430176784" sldId="1335"/>
        </pc:sldMkLst>
      </pc:sldChg>
      <pc:sldChg chg="addSp delSp modSp add mod delAnim modAnim">
        <pc:chgData name="Darshan Sarojini" userId="07b82a2003645659" providerId="LiveId" clId="{8E09AFC9-CB48-4C87-91C3-8D03E29C2E2A}" dt="2023-01-16T04:44:02.423" v="1915"/>
        <pc:sldMkLst>
          <pc:docMk/>
          <pc:sldMk cId="3196886650" sldId="1336"/>
        </pc:sldMkLst>
      </pc:sldChg>
      <pc:sldChg chg="addSp delSp modSp add mod delAnim modAnim">
        <pc:chgData name="Darshan Sarojini" userId="07b82a2003645659" providerId="LiveId" clId="{8E09AFC9-CB48-4C87-91C3-8D03E29C2E2A}" dt="2023-01-16T04:43:57.134" v="1914"/>
        <pc:sldMkLst>
          <pc:docMk/>
          <pc:sldMk cId="2757060063" sldId="1337"/>
        </pc:sldMkLst>
      </pc:sldChg>
      <pc:sldChg chg="addSp delSp modSp add mod delAnim modAnim">
        <pc:chgData name="Darshan Sarojini" userId="07b82a2003645659" providerId="LiveId" clId="{8E09AFC9-CB48-4C87-91C3-8D03E29C2E2A}" dt="2023-01-16T04:43:50.215" v="1913"/>
        <pc:sldMkLst>
          <pc:docMk/>
          <pc:sldMk cId="3617131184" sldId="1338"/>
        </pc:sldMkLst>
      </pc:sldChg>
      <pc:sldChg chg="addSp delSp modSp add mod delAnim modAnim">
        <pc:chgData name="Darshan Sarojini" userId="07b82a2003645659" providerId="LiveId" clId="{8E09AFC9-CB48-4C87-91C3-8D03E29C2E2A}" dt="2023-01-16T04:43:34.815" v="1911"/>
        <pc:sldMkLst>
          <pc:docMk/>
          <pc:sldMk cId="1406735993" sldId="1339"/>
        </pc:sldMkLst>
      </pc:sldChg>
      <pc:sldChg chg="addSp delSp modSp add mod ord delAnim modAnim">
        <pc:chgData name="Darshan Sarojini" userId="07b82a2003645659" providerId="LiveId" clId="{8E09AFC9-CB48-4C87-91C3-8D03E29C2E2A}" dt="2023-01-16T05:08:31.060" v="2354" actId="692"/>
        <pc:sldMkLst>
          <pc:docMk/>
          <pc:sldMk cId="2219843538" sldId="1340"/>
        </pc:sldMkLst>
      </pc:sldChg>
    </pc:docChg>
  </pc:docChgLst>
  <pc:docChgLst>
    <pc:chgData name="Sarojini, Darshan" userId="4491a6a1-12b4-4d1a-b54b-dd868d934e96" providerId="ADAL" clId="{F976C1E3-AE88-445E-BB99-1C347439E68D}"/>
    <pc:docChg chg="undo redo custSel addSld delSld modSld sldOrd modMainMaster">
      <pc:chgData name="Sarojini, Darshan" userId="4491a6a1-12b4-4d1a-b54b-dd868d934e96" providerId="ADAL" clId="{F976C1E3-AE88-445E-BB99-1C347439E68D}" dt="2024-08-29T14:07:21.607" v="2612" actId="20577"/>
      <pc:docMkLst>
        <pc:docMk/>
      </pc:docMkLst>
      <pc:sldChg chg="modSp mod">
        <pc:chgData name="Sarojini, Darshan" userId="4491a6a1-12b4-4d1a-b54b-dd868d934e96" providerId="ADAL" clId="{F976C1E3-AE88-445E-BB99-1C347439E68D}" dt="2024-08-29T12:12:15.052" v="744" actId="20577"/>
        <pc:sldMkLst>
          <pc:docMk/>
          <pc:sldMk cId="2437795974" sldId="580"/>
        </pc:sldMkLst>
      </pc:sldChg>
      <pc:sldChg chg="modAnim">
        <pc:chgData name="Sarojini, Darshan" userId="4491a6a1-12b4-4d1a-b54b-dd868d934e96" providerId="ADAL" clId="{F976C1E3-AE88-445E-BB99-1C347439E68D}" dt="2024-08-29T13:35:20.538" v="1751"/>
        <pc:sldMkLst>
          <pc:docMk/>
          <pc:sldMk cId="1198095131" sldId="585"/>
        </pc:sldMkLst>
      </pc:sldChg>
      <pc:sldChg chg="modSp">
        <pc:chgData name="Sarojini, Darshan" userId="4491a6a1-12b4-4d1a-b54b-dd868d934e96" providerId="ADAL" clId="{F976C1E3-AE88-445E-BB99-1C347439E68D}" dt="2024-08-29T11:36:22.746" v="206" actId="20577"/>
        <pc:sldMkLst>
          <pc:docMk/>
          <pc:sldMk cId="2536277698" sldId="588"/>
        </pc:sldMkLst>
      </pc:sldChg>
      <pc:sldChg chg="addSp modSp mod">
        <pc:chgData name="Sarojini, Darshan" userId="4491a6a1-12b4-4d1a-b54b-dd868d934e96" providerId="ADAL" clId="{F976C1E3-AE88-445E-BB99-1C347439E68D}" dt="2024-08-29T11:39:41.245" v="279" actId="207"/>
        <pc:sldMkLst>
          <pc:docMk/>
          <pc:sldMk cId="175875320" sldId="591"/>
        </pc:sldMkLst>
      </pc:sldChg>
      <pc:sldChg chg="modSp mod">
        <pc:chgData name="Sarojini, Darshan" userId="4491a6a1-12b4-4d1a-b54b-dd868d934e96" providerId="ADAL" clId="{F976C1E3-AE88-445E-BB99-1C347439E68D}" dt="2024-08-29T11:39:48.412" v="280"/>
        <pc:sldMkLst>
          <pc:docMk/>
          <pc:sldMk cId="1534258447" sldId="592"/>
        </pc:sldMkLst>
      </pc:sldChg>
      <pc:sldChg chg="modSp mod">
        <pc:chgData name="Sarojini, Darshan" userId="4491a6a1-12b4-4d1a-b54b-dd868d934e96" providerId="ADAL" clId="{F976C1E3-AE88-445E-BB99-1C347439E68D}" dt="2024-08-29T11:37:53.784" v="227" actId="20577"/>
        <pc:sldMkLst>
          <pc:docMk/>
          <pc:sldMk cId="2888904526" sldId="595"/>
        </pc:sldMkLst>
      </pc:sldChg>
      <pc:sldChg chg="modSp mod">
        <pc:chgData name="Sarojini, Darshan" userId="4491a6a1-12b4-4d1a-b54b-dd868d934e96" providerId="ADAL" clId="{F976C1E3-AE88-445E-BB99-1C347439E68D}" dt="2024-08-29T11:38:36.186" v="228"/>
        <pc:sldMkLst>
          <pc:docMk/>
          <pc:sldMk cId="3566288320" sldId="596"/>
        </pc:sldMkLst>
      </pc:sldChg>
      <pc:sldChg chg="modSp mod">
        <pc:chgData name="Sarojini, Darshan" userId="4491a6a1-12b4-4d1a-b54b-dd868d934e96" providerId="ADAL" clId="{F976C1E3-AE88-445E-BB99-1C347439E68D}" dt="2024-08-29T11:39:28.355" v="257" actId="6549"/>
        <pc:sldMkLst>
          <pc:docMk/>
          <pc:sldMk cId="887948100" sldId="597"/>
        </pc:sldMkLst>
      </pc:sldChg>
      <pc:sldChg chg="ord modAnim">
        <pc:chgData name="Sarojini, Darshan" userId="4491a6a1-12b4-4d1a-b54b-dd868d934e96" providerId="ADAL" clId="{F976C1E3-AE88-445E-BB99-1C347439E68D}" dt="2024-08-29T13:39:19.376" v="1762"/>
        <pc:sldMkLst>
          <pc:docMk/>
          <pc:sldMk cId="824021390" sldId="600"/>
        </pc:sldMkLst>
      </pc:sldChg>
      <pc:sldChg chg="addSp modSp mod modAnim">
        <pc:chgData name="Sarojini, Darshan" userId="4491a6a1-12b4-4d1a-b54b-dd868d934e96" providerId="ADAL" clId="{F976C1E3-AE88-445E-BB99-1C347439E68D}" dt="2024-08-29T13:46:12.728" v="1892"/>
        <pc:sldMkLst>
          <pc:docMk/>
          <pc:sldMk cId="1665882402" sldId="601"/>
        </pc:sldMkLst>
      </pc:sldChg>
      <pc:sldChg chg="modSp">
        <pc:chgData name="Sarojini, Darshan" userId="4491a6a1-12b4-4d1a-b54b-dd868d934e96" providerId="ADAL" clId="{F976C1E3-AE88-445E-BB99-1C347439E68D}" dt="2024-08-29T12:34:49.821" v="1102" actId="12"/>
        <pc:sldMkLst>
          <pc:docMk/>
          <pc:sldMk cId="1173481625" sldId="603"/>
        </pc:sldMkLst>
      </pc:sldChg>
      <pc:sldChg chg="modSp">
        <pc:chgData name="Sarojini, Darshan" userId="4491a6a1-12b4-4d1a-b54b-dd868d934e96" providerId="ADAL" clId="{F976C1E3-AE88-445E-BB99-1C347439E68D}" dt="2024-08-29T12:35:07.989" v="1105" actId="122"/>
        <pc:sldMkLst>
          <pc:docMk/>
          <pc:sldMk cId="4068656032" sldId="604"/>
        </pc:sldMkLst>
      </pc:sldChg>
      <pc:sldChg chg="modSp">
        <pc:chgData name="Sarojini, Darshan" userId="4491a6a1-12b4-4d1a-b54b-dd868d934e96" providerId="ADAL" clId="{F976C1E3-AE88-445E-BB99-1C347439E68D}" dt="2024-08-29T12:35:58.706" v="1113" actId="122"/>
        <pc:sldMkLst>
          <pc:docMk/>
          <pc:sldMk cId="1727496616" sldId="605"/>
        </pc:sldMkLst>
      </pc:sldChg>
      <pc:sldChg chg="modSp">
        <pc:chgData name="Sarojini, Darshan" userId="4491a6a1-12b4-4d1a-b54b-dd868d934e96" providerId="ADAL" clId="{F976C1E3-AE88-445E-BB99-1C347439E68D}" dt="2024-08-29T12:36:10.677" v="1114" actId="122"/>
        <pc:sldMkLst>
          <pc:docMk/>
          <pc:sldMk cId="4173919359" sldId="606"/>
        </pc:sldMkLst>
      </pc:sldChg>
      <pc:sldChg chg="addSp delSp modSp mod delAnim modAnim">
        <pc:chgData name="Sarojini, Darshan" userId="4491a6a1-12b4-4d1a-b54b-dd868d934e96" providerId="ADAL" clId="{F976C1E3-AE88-445E-BB99-1C347439E68D}" dt="2024-08-29T13:36:23.935" v="1754"/>
        <pc:sldMkLst>
          <pc:docMk/>
          <pc:sldMk cId="2898770527" sldId="608"/>
        </pc:sldMkLst>
      </pc:sldChg>
      <pc:sldChg chg="addSp delSp modSp mod modAnim">
        <pc:chgData name="Sarojini, Darshan" userId="4491a6a1-12b4-4d1a-b54b-dd868d934e96" providerId="ADAL" clId="{F976C1E3-AE88-445E-BB99-1C347439E68D}" dt="2024-08-29T13:36:52.496" v="1756" actId="20577"/>
        <pc:sldMkLst>
          <pc:docMk/>
          <pc:sldMk cId="3881539915" sldId="609"/>
        </pc:sldMkLst>
      </pc:sldChg>
      <pc:sldChg chg="modSp mod">
        <pc:chgData name="Sarojini, Darshan" userId="4491a6a1-12b4-4d1a-b54b-dd868d934e96" providerId="ADAL" clId="{F976C1E3-AE88-445E-BB99-1C347439E68D}" dt="2024-08-29T12:05:31.265" v="682"/>
        <pc:sldMkLst>
          <pc:docMk/>
          <pc:sldMk cId="3192463042" sldId="619"/>
        </pc:sldMkLst>
      </pc:sldChg>
      <pc:sldChg chg="addSp delSp modSp add mod">
        <pc:chgData name="Sarojini, Darshan" userId="4491a6a1-12b4-4d1a-b54b-dd868d934e96" providerId="ADAL" clId="{F976C1E3-AE88-445E-BB99-1C347439E68D}" dt="2024-08-29T11:47:28.640" v="297"/>
        <pc:sldMkLst>
          <pc:docMk/>
          <pc:sldMk cId="3468115230" sldId="626"/>
        </pc:sldMkLst>
      </pc:sldChg>
      <pc:sldChg chg="modSp add mod">
        <pc:chgData name="Sarojini, Darshan" userId="4491a6a1-12b4-4d1a-b54b-dd868d934e96" providerId="ADAL" clId="{F976C1E3-AE88-445E-BB99-1C347439E68D}" dt="2024-08-29T11:47:45.820" v="302"/>
        <pc:sldMkLst>
          <pc:docMk/>
          <pc:sldMk cId="2389751460" sldId="627"/>
        </pc:sldMkLst>
      </pc:sldChg>
      <pc:sldChg chg="addSp delSp modSp add mod ord">
        <pc:chgData name="Sarojini, Darshan" userId="4491a6a1-12b4-4d1a-b54b-dd868d934e96" providerId="ADAL" clId="{F976C1E3-AE88-445E-BB99-1C347439E68D}" dt="2024-08-29T13:37:36.133" v="1759"/>
        <pc:sldMkLst>
          <pc:docMk/>
          <pc:sldMk cId="135420837" sldId="628"/>
        </pc:sldMkLst>
      </pc:sldChg>
      <pc:sldChg chg="delSp modSp add mod ord">
        <pc:chgData name="Sarojini, Darshan" userId="4491a6a1-12b4-4d1a-b54b-dd868d934e96" providerId="ADAL" clId="{F976C1E3-AE88-445E-BB99-1C347439E68D}" dt="2024-08-29T13:37:36.133" v="1759"/>
        <pc:sldMkLst>
          <pc:docMk/>
          <pc:sldMk cId="1276554006" sldId="629"/>
        </pc:sldMkLst>
      </pc:sldChg>
      <pc:sldChg chg="addSp delSp modSp add mod ord">
        <pc:chgData name="Sarojini, Darshan" userId="4491a6a1-12b4-4d1a-b54b-dd868d934e96" providerId="ADAL" clId="{F976C1E3-AE88-445E-BB99-1C347439E68D}" dt="2024-08-29T13:37:36.133" v="1759"/>
        <pc:sldMkLst>
          <pc:docMk/>
          <pc:sldMk cId="169546396" sldId="630"/>
        </pc:sldMkLst>
      </pc:sldChg>
      <pc:sldChg chg="addSp delSp modSp add mod ord">
        <pc:chgData name="Sarojini, Darshan" userId="4491a6a1-12b4-4d1a-b54b-dd868d934e96" providerId="ADAL" clId="{F976C1E3-AE88-445E-BB99-1C347439E68D}" dt="2024-08-29T13:37:36.133" v="1759"/>
        <pc:sldMkLst>
          <pc:docMk/>
          <pc:sldMk cId="1507788275" sldId="631"/>
        </pc:sldMkLst>
      </pc:sldChg>
      <pc:sldChg chg="new del">
        <pc:chgData name="Sarojini, Darshan" userId="4491a6a1-12b4-4d1a-b54b-dd868d934e96" providerId="ADAL" clId="{F976C1E3-AE88-445E-BB99-1C347439E68D}" dt="2024-08-29T12:11:00.524" v="706" actId="47"/>
        <pc:sldMkLst>
          <pc:docMk/>
          <pc:sldMk cId="37310479" sldId="632"/>
        </pc:sldMkLst>
      </pc:sldChg>
      <pc:sldChg chg="addSp delSp modSp add mod">
        <pc:chgData name="Sarojini, Darshan" userId="4491a6a1-12b4-4d1a-b54b-dd868d934e96" providerId="ADAL" clId="{F976C1E3-AE88-445E-BB99-1C347439E68D}" dt="2024-08-29T13:09:44.635" v="1591" actId="20577"/>
        <pc:sldMkLst>
          <pc:docMk/>
          <pc:sldMk cId="3013085224" sldId="632"/>
        </pc:sldMkLst>
      </pc:sldChg>
      <pc:sldChg chg="modSp add del mod">
        <pc:chgData name="Sarojini, Darshan" userId="4491a6a1-12b4-4d1a-b54b-dd868d934e96" providerId="ADAL" clId="{F976C1E3-AE88-445E-BB99-1C347439E68D}" dt="2024-08-29T12:18:33.484" v="962" actId="47"/>
        <pc:sldMkLst>
          <pc:docMk/>
          <pc:sldMk cId="2445980837" sldId="835"/>
        </pc:sldMkLst>
      </pc:sldChg>
      <pc:sldChg chg="modSp add del mod">
        <pc:chgData name="Sarojini, Darshan" userId="4491a6a1-12b4-4d1a-b54b-dd868d934e96" providerId="ADAL" clId="{F976C1E3-AE88-445E-BB99-1C347439E68D}" dt="2024-08-29T12:23:01.739" v="1064" actId="47"/>
        <pc:sldMkLst>
          <pc:docMk/>
          <pc:sldMk cId="2210283394" sldId="836"/>
        </pc:sldMkLst>
      </pc:sldChg>
      <pc:sldChg chg="addSp delSp modSp add mod delAnim modAnim">
        <pc:chgData name="Sarojini, Darshan" userId="4491a6a1-12b4-4d1a-b54b-dd868d934e96" providerId="ADAL" clId="{F976C1E3-AE88-445E-BB99-1C347439E68D}" dt="2024-08-29T12:46:54.613" v="1297" actId="478"/>
        <pc:sldMkLst>
          <pc:docMk/>
          <pc:sldMk cId="3328469737" sldId="837"/>
        </pc:sldMkLst>
      </pc:sldChg>
      <pc:sldChg chg="add del">
        <pc:chgData name="Sarojini, Darshan" userId="4491a6a1-12b4-4d1a-b54b-dd868d934e96" providerId="ADAL" clId="{F976C1E3-AE88-445E-BB99-1C347439E68D}" dt="2024-08-29T12:48:46" v="1311" actId="47"/>
        <pc:sldMkLst>
          <pc:docMk/>
          <pc:sldMk cId="608516453" sldId="838"/>
        </pc:sldMkLst>
      </pc:sldChg>
      <pc:sldChg chg="add del">
        <pc:chgData name="Sarojini, Darshan" userId="4491a6a1-12b4-4d1a-b54b-dd868d934e96" providerId="ADAL" clId="{F976C1E3-AE88-445E-BB99-1C347439E68D}" dt="2024-08-29T12:51:41.555" v="1330" actId="47"/>
        <pc:sldMkLst>
          <pc:docMk/>
          <pc:sldMk cId="1575377101" sldId="842"/>
        </pc:sldMkLst>
      </pc:sldChg>
      <pc:sldChg chg="add del">
        <pc:chgData name="Sarojini, Darshan" userId="4491a6a1-12b4-4d1a-b54b-dd868d934e96" providerId="ADAL" clId="{F976C1E3-AE88-445E-BB99-1C347439E68D}" dt="2024-08-29T12:54:13.418" v="1390" actId="47"/>
        <pc:sldMkLst>
          <pc:docMk/>
          <pc:sldMk cId="1411078662" sldId="843"/>
        </pc:sldMkLst>
      </pc:sldChg>
      <pc:sldChg chg="modSp add del ord">
        <pc:chgData name="Sarojini, Darshan" userId="4491a6a1-12b4-4d1a-b54b-dd868d934e96" providerId="ADAL" clId="{F976C1E3-AE88-445E-BB99-1C347439E68D}" dt="2024-08-29T12:36:39.544" v="1118" actId="47"/>
        <pc:sldMkLst>
          <pc:docMk/>
          <pc:sldMk cId="2933360736" sldId="844"/>
        </pc:sldMkLst>
      </pc:sldChg>
      <pc:sldChg chg="modSp add ord">
        <pc:chgData name="Sarojini, Darshan" userId="4491a6a1-12b4-4d1a-b54b-dd868d934e96" providerId="ADAL" clId="{F976C1E3-AE88-445E-BB99-1C347439E68D}" dt="2024-08-29T12:33:24.592" v="1092" actId="12"/>
        <pc:sldMkLst>
          <pc:docMk/>
          <pc:sldMk cId="3155555782" sldId="845"/>
        </pc:sldMkLst>
      </pc:sldChg>
      <pc:sldChg chg="addSp delSp modSp add mod ord modAnim">
        <pc:chgData name="Sarojini, Darshan" userId="4491a6a1-12b4-4d1a-b54b-dd868d934e96" providerId="ADAL" clId="{F976C1E3-AE88-445E-BB99-1C347439E68D}" dt="2024-08-29T12:43:08.068" v="1271"/>
        <pc:sldMkLst>
          <pc:docMk/>
          <pc:sldMk cId="548120963" sldId="846"/>
        </pc:sldMkLst>
      </pc:sldChg>
      <pc:sldChg chg="addSp delSp modSp add mod delAnim modAnim">
        <pc:chgData name="Sarojini, Darshan" userId="4491a6a1-12b4-4d1a-b54b-dd868d934e96" providerId="ADAL" clId="{F976C1E3-AE88-445E-BB99-1C347439E68D}" dt="2024-08-29T14:06:40.055" v="2553" actId="20577"/>
        <pc:sldMkLst>
          <pc:docMk/>
          <pc:sldMk cId="597505325" sldId="847"/>
        </pc:sldMkLst>
      </pc:sldChg>
      <pc:sldChg chg="addSp delSp modSp add mod modAnim">
        <pc:chgData name="Sarojini, Darshan" userId="4491a6a1-12b4-4d1a-b54b-dd868d934e96" providerId="ADAL" clId="{F976C1E3-AE88-445E-BB99-1C347439E68D}" dt="2024-08-29T14:07:00.609" v="2583" actId="20577"/>
        <pc:sldMkLst>
          <pc:docMk/>
          <pc:sldMk cId="3667965425" sldId="848"/>
        </pc:sldMkLst>
      </pc:sldChg>
      <pc:sldChg chg="addSp delSp modSp add mod delAnim modAnim">
        <pc:chgData name="Sarojini, Darshan" userId="4491a6a1-12b4-4d1a-b54b-dd868d934e96" providerId="ADAL" clId="{F976C1E3-AE88-445E-BB99-1C347439E68D}" dt="2024-08-29T14:07:21.607" v="2612" actId="20577"/>
        <pc:sldMkLst>
          <pc:docMk/>
          <pc:sldMk cId="1472615687" sldId="849"/>
        </pc:sldMkLst>
      </pc:sldChg>
      <pc:sldChg chg="addSp delSp modSp add mod delAnim modAnim">
        <pc:chgData name="Sarojini, Darshan" userId="4491a6a1-12b4-4d1a-b54b-dd868d934e96" providerId="ADAL" clId="{F976C1E3-AE88-445E-BB99-1C347439E68D}" dt="2024-08-29T13:48:08.630" v="1894"/>
        <pc:sldMkLst>
          <pc:docMk/>
          <pc:sldMk cId="805109404" sldId="850"/>
        </pc:sldMkLst>
      </pc:sldChg>
      <pc:sldChg chg="addSp delSp modSp add mod delAnim">
        <pc:chgData name="Sarojini, Darshan" userId="4491a6a1-12b4-4d1a-b54b-dd868d934e96" providerId="ADAL" clId="{F976C1E3-AE88-445E-BB99-1C347439E68D}" dt="2024-08-29T13:34:32.337" v="1745" actId="1076"/>
        <pc:sldMkLst>
          <pc:docMk/>
          <pc:sldMk cId="2249139266" sldId="851"/>
        </pc:sldMkLst>
      </pc:sldChg>
      <pc:sldChg chg="addSp delSp modSp add del mod delAnim">
        <pc:chgData name="Sarojini, Darshan" userId="4491a6a1-12b4-4d1a-b54b-dd868d934e96" providerId="ADAL" clId="{F976C1E3-AE88-445E-BB99-1C347439E68D}" dt="2024-08-29T12:59:24.631" v="1474" actId="47"/>
        <pc:sldMkLst>
          <pc:docMk/>
          <pc:sldMk cId="2261572198" sldId="851"/>
        </pc:sldMkLst>
      </pc:sldChg>
      <pc:sldChg chg="modSp add mod ord">
        <pc:chgData name="Sarojini, Darshan" userId="4491a6a1-12b4-4d1a-b54b-dd868d934e96" providerId="ADAL" clId="{F976C1E3-AE88-445E-BB99-1C347439E68D}" dt="2024-08-29T14:03:19.250" v="2509" actId="20577"/>
        <pc:sldMkLst>
          <pc:docMk/>
          <pc:sldMk cId="778410267" sldId="852"/>
        </pc:sldMkLst>
      </pc:sldChg>
      <pc:sldChg chg="modSp add del mod">
        <pc:chgData name="Sarojini, Darshan" userId="4491a6a1-12b4-4d1a-b54b-dd868d934e96" providerId="ADAL" clId="{F976C1E3-AE88-445E-BB99-1C347439E68D}" dt="2024-08-29T13:34:35.513" v="1746" actId="47"/>
        <pc:sldMkLst>
          <pc:docMk/>
          <pc:sldMk cId="845483631" sldId="852"/>
        </pc:sldMkLst>
      </pc:sldChg>
      <pc:sldChg chg="addSp delSp modSp new del mod">
        <pc:chgData name="Sarojini, Darshan" userId="4491a6a1-12b4-4d1a-b54b-dd868d934e96" providerId="ADAL" clId="{F976C1E3-AE88-445E-BB99-1C347439E68D}" dt="2024-08-29T13:32:27.410" v="1677" actId="47"/>
        <pc:sldMkLst>
          <pc:docMk/>
          <pc:sldMk cId="2033057282" sldId="852"/>
        </pc:sldMkLst>
      </pc:sldChg>
      <pc:sldChg chg="add del">
        <pc:chgData name="Sarojini, Darshan" userId="4491a6a1-12b4-4d1a-b54b-dd868d934e96" providerId="ADAL" clId="{F976C1E3-AE88-445E-BB99-1C347439E68D}" dt="2024-08-29T13:49:49.026" v="1896" actId="2890"/>
        <pc:sldMkLst>
          <pc:docMk/>
          <pc:sldMk cId="2991279872" sldId="852"/>
        </pc:sldMkLst>
      </pc:sldChg>
      <pc:sldChg chg="addSp delSp modSp add del mod">
        <pc:chgData name="Sarojini, Darshan" userId="4491a6a1-12b4-4d1a-b54b-dd868d934e96" providerId="ADAL" clId="{F976C1E3-AE88-445E-BB99-1C347439E68D}" dt="2024-08-29T13:58:21.330" v="2437" actId="47"/>
        <pc:sldMkLst>
          <pc:docMk/>
          <pc:sldMk cId="700145977" sldId="853"/>
        </pc:sldMkLst>
      </pc:sldChg>
      <pc:sldChg chg="new del">
        <pc:chgData name="Sarojini, Darshan" userId="4491a6a1-12b4-4d1a-b54b-dd868d934e96" providerId="ADAL" clId="{F976C1E3-AE88-445E-BB99-1C347439E68D}" dt="2024-08-29T13:57:41.535" v="2431" actId="680"/>
        <pc:sldMkLst>
          <pc:docMk/>
          <pc:sldMk cId="35709090" sldId="854"/>
        </pc:sldMkLst>
      </pc:sldChg>
      <pc:sldChg chg="delSp modSp add del mod">
        <pc:chgData name="Sarojini, Darshan" userId="4491a6a1-12b4-4d1a-b54b-dd868d934e96" providerId="ADAL" clId="{F976C1E3-AE88-445E-BB99-1C347439E68D}" dt="2024-08-29T14:00:52.621" v="2438" actId="47"/>
        <pc:sldMkLst>
          <pc:docMk/>
          <pc:sldMk cId="3321827019" sldId="854"/>
        </pc:sldMkLst>
      </pc:sldChg>
      <pc:sldMasterChg chg="addSp delSp modSp mod delSldLayout">
        <pc:chgData name="Sarojini, Darshan" userId="4491a6a1-12b4-4d1a-b54b-dd868d934e96" providerId="ADAL" clId="{F976C1E3-AE88-445E-BB99-1C347439E68D}" dt="2024-08-29T13:34:35.513" v="1746" actId="47"/>
        <pc:sldMasterMkLst>
          <pc:docMk/>
          <pc:sldMasterMk cId="3278790779" sldId="2147484151"/>
        </pc:sldMasterMkLst>
        <pc:sldLayoutChg chg="del">
          <pc:chgData name="Sarojini, Darshan" userId="4491a6a1-12b4-4d1a-b54b-dd868d934e96" providerId="ADAL" clId="{F976C1E3-AE88-445E-BB99-1C347439E68D}" dt="2024-08-29T12:23:01.739" v="1064" actId="47"/>
          <pc:sldLayoutMkLst>
            <pc:docMk/>
            <pc:sldMasterMk cId="3278790779" sldId="2147484151"/>
            <pc:sldLayoutMk cId="1725511472" sldId="2147484189"/>
          </pc:sldLayoutMkLst>
        </pc:sldLayoutChg>
        <pc:sldLayoutChg chg="del">
          <pc:chgData name="Sarojini, Darshan" userId="4491a6a1-12b4-4d1a-b54b-dd868d934e96" providerId="ADAL" clId="{F976C1E3-AE88-445E-BB99-1C347439E68D}" dt="2024-08-29T13:34:35.513" v="1746" actId="47"/>
          <pc:sldLayoutMkLst>
            <pc:docMk/>
            <pc:sldMasterMk cId="3278790779" sldId="2147484151"/>
            <pc:sldLayoutMk cId="3234546832" sldId="2147484189"/>
          </pc:sldLayoutMkLst>
        </pc:sldLayoutChg>
        <pc:sldLayoutChg chg="del">
          <pc:chgData name="Sarojini, Darshan" userId="4491a6a1-12b4-4d1a-b54b-dd868d934e96" providerId="ADAL" clId="{F976C1E3-AE88-445E-BB99-1C347439E68D}" dt="2024-08-29T12:54:13.418" v="1390" actId="47"/>
          <pc:sldLayoutMkLst>
            <pc:docMk/>
            <pc:sldMasterMk cId="3278790779" sldId="2147484151"/>
            <pc:sldLayoutMk cId="3297697076" sldId="2147484189"/>
          </pc:sldLayoutMkLst>
        </pc:sldLayoutChg>
      </pc:sldMasterChg>
      <pc:sldMasterChg chg="addSp delSp modSp mod">
        <pc:chgData name="Sarojini, Darshan" userId="4491a6a1-12b4-4d1a-b54b-dd868d934e96" providerId="ADAL" clId="{F976C1E3-AE88-445E-BB99-1C347439E68D}" dt="2024-08-29T12:11:40.493" v="713"/>
        <pc:sldMasterMkLst>
          <pc:docMk/>
          <pc:sldMasterMk cId="1454141871" sldId="2147484172"/>
        </pc:sldMasterMkLst>
      </pc:sldMasterChg>
    </pc:docChg>
  </pc:docChgLst>
  <pc:docChgLst>
    <pc:chgData name="Darshan Sarojini" userId="07b82a2003645659" providerId="LiveId" clId="{11246702-3B00-4EF4-A4C0-FD3FA5A08CA9}"/>
    <pc:docChg chg="undo redo custSel addSld delSld modSld sldOrd addMainMaster delMainMaster modMainMaster modSection modNotesMaster">
      <pc:chgData name="Darshan Sarojini" userId="07b82a2003645659" providerId="LiveId" clId="{11246702-3B00-4EF4-A4C0-FD3FA5A08CA9}" dt="2023-01-25T02:57:17.393" v="2625" actId="47"/>
      <pc:docMkLst>
        <pc:docMk/>
      </pc:docMkLst>
      <pc:sldChg chg="addSp delSp modSp del mod modNotes">
        <pc:chgData name="Darshan Sarojini" userId="07b82a2003645659" providerId="LiveId" clId="{11246702-3B00-4EF4-A4C0-FD3FA5A08CA9}" dt="2023-01-25T02:57:17.393" v="2625" actId="47"/>
        <pc:sldMkLst>
          <pc:docMk/>
          <pc:sldMk cId="926816127" sldId="512"/>
        </pc:sldMkLst>
      </pc:sldChg>
      <pc:sldChg chg="modSp add del">
        <pc:chgData name="Darshan Sarojini" userId="07b82a2003645659" providerId="LiveId" clId="{11246702-3B00-4EF4-A4C0-FD3FA5A08CA9}" dt="2023-01-25T02:57:15.250" v="2587" actId="47"/>
        <pc:sldMkLst>
          <pc:docMk/>
          <pc:sldMk cId="4154670810" sldId="1275"/>
        </pc:sldMkLst>
      </pc:sldChg>
      <pc:sldChg chg="modSp del mod">
        <pc:chgData name="Darshan Sarojini" userId="07b82a2003645659" providerId="LiveId" clId="{11246702-3B00-4EF4-A4C0-FD3FA5A08CA9}" dt="2023-01-22T20:02:35.226" v="2227" actId="47"/>
        <pc:sldMkLst>
          <pc:docMk/>
          <pc:sldMk cId="807833602" sldId="1276"/>
        </pc:sldMkLst>
      </pc:sldChg>
      <pc:sldChg chg="addSp delSp modSp add del mod">
        <pc:chgData name="Darshan Sarojini" userId="07b82a2003645659" providerId="LiveId" clId="{11246702-3B00-4EF4-A4C0-FD3FA5A08CA9}" dt="2023-01-25T02:57:15.325" v="2588" actId="47"/>
        <pc:sldMkLst>
          <pc:docMk/>
          <pc:sldMk cId="484489983" sldId="1278"/>
        </pc:sldMkLst>
      </pc:sldChg>
      <pc:sldChg chg="modSp add del">
        <pc:chgData name="Darshan Sarojini" userId="07b82a2003645659" providerId="LiveId" clId="{11246702-3B00-4EF4-A4C0-FD3FA5A08CA9}" dt="2023-01-25T02:57:15.529" v="2590" actId="47"/>
        <pc:sldMkLst>
          <pc:docMk/>
          <pc:sldMk cId="868496605" sldId="1279"/>
        </pc:sldMkLst>
      </pc:sldChg>
      <pc:sldChg chg="modSp add del mod modNotes">
        <pc:chgData name="Darshan Sarojini" userId="07b82a2003645659" providerId="LiveId" clId="{11246702-3B00-4EF4-A4C0-FD3FA5A08CA9}" dt="2023-01-25T02:57:16.261" v="2599" actId="47"/>
        <pc:sldMkLst>
          <pc:docMk/>
          <pc:sldMk cId="1529713977" sldId="1281"/>
        </pc:sldMkLst>
      </pc:sldChg>
      <pc:sldChg chg="modSp add del modNotes">
        <pc:chgData name="Darshan Sarojini" userId="07b82a2003645659" providerId="LiveId" clId="{11246702-3B00-4EF4-A4C0-FD3FA5A08CA9}" dt="2023-01-25T02:57:16.303" v="2600" actId="47"/>
        <pc:sldMkLst>
          <pc:docMk/>
          <pc:sldMk cId="919158047" sldId="1283"/>
        </pc:sldMkLst>
      </pc:sldChg>
      <pc:sldChg chg="modSp add del">
        <pc:chgData name="Darshan Sarojini" userId="07b82a2003645659" providerId="LiveId" clId="{11246702-3B00-4EF4-A4C0-FD3FA5A08CA9}" dt="2023-01-25T02:57:16.517" v="2606" actId="47"/>
        <pc:sldMkLst>
          <pc:docMk/>
          <pc:sldMk cId="586185233" sldId="1303"/>
        </pc:sldMkLst>
      </pc:sldChg>
      <pc:sldChg chg="modSp add del">
        <pc:chgData name="Darshan Sarojini" userId="07b82a2003645659" providerId="LiveId" clId="{11246702-3B00-4EF4-A4C0-FD3FA5A08CA9}" dt="2023-01-25T02:57:16.562" v="2607" actId="47"/>
        <pc:sldMkLst>
          <pc:docMk/>
          <pc:sldMk cId="4238969495" sldId="1304"/>
        </pc:sldMkLst>
      </pc:sldChg>
      <pc:sldChg chg="modSp add del">
        <pc:chgData name="Darshan Sarojini" userId="07b82a2003645659" providerId="LiveId" clId="{11246702-3B00-4EF4-A4C0-FD3FA5A08CA9}" dt="2023-01-25T02:57:16.619" v="2608" actId="47"/>
        <pc:sldMkLst>
          <pc:docMk/>
          <pc:sldMk cId="1239348047" sldId="1322"/>
        </pc:sldMkLst>
      </pc:sldChg>
      <pc:sldChg chg="modSp add del">
        <pc:chgData name="Darshan Sarojini" userId="07b82a2003645659" providerId="LiveId" clId="{11246702-3B00-4EF4-A4C0-FD3FA5A08CA9}" dt="2023-01-25T02:57:16.679" v="2609" actId="47"/>
        <pc:sldMkLst>
          <pc:docMk/>
          <pc:sldMk cId="992616203" sldId="1323"/>
        </pc:sldMkLst>
      </pc:sldChg>
      <pc:sldChg chg="modSp add del">
        <pc:chgData name="Darshan Sarojini" userId="07b82a2003645659" providerId="LiveId" clId="{11246702-3B00-4EF4-A4C0-FD3FA5A08CA9}" dt="2023-01-25T02:57:17.005" v="2614" actId="47"/>
        <pc:sldMkLst>
          <pc:docMk/>
          <pc:sldMk cId="2379999865" sldId="1325"/>
        </pc:sldMkLst>
      </pc:sldChg>
      <pc:sldChg chg="modSp add del">
        <pc:chgData name="Darshan Sarojini" userId="07b82a2003645659" providerId="LiveId" clId="{11246702-3B00-4EF4-A4C0-FD3FA5A08CA9}" dt="2023-01-25T02:57:17.046" v="2615" actId="47"/>
        <pc:sldMkLst>
          <pc:docMk/>
          <pc:sldMk cId="2207591775" sldId="1331"/>
        </pc:sldMkLst>
      </pc:sldChg>
      <pc:sldChg chg="modSp add del">
        <pc:chgData name="Darshan Sarojini" userId="07b82a2003645659" providerId="LiveId" clId="{11246702-3B00-4EF4-A4C0-FD3FA5A08CA9}" dt="2023-01-25T02:57:16.760" v="2610" actId="47"/>
        <pc:sldMkLst>
          <pc:docMk/>
          <pc:sldMk cId="1643721970" sldId="1333"/>
        </pc:sldMkLst>
      </pc:sldChg>
      <pc:sldChg chg="modSp del">
        <pc:chgData name="Darshan Sarojini" userId="07b82a2003645659" providerId="LiveId" clId="{11246702-3B00-4EF4-A4C0-FD3FA5A08CA9}" dt="2023-01-25T02:57:17.166" v="2618" actId="47"/>
        <pc:sldMkLst>
          <pc:docMk/>
          <pc:sldMk cId="2312522100" sldId="1336"/>
        </pc:sldMkLst>
      </pc:sldChg>
      <pc:sldChg chg="modSp del">
        <pc:chgData name="Darshan Sarojini" userId="07b82a2003645659" providerId="LiveId" clId="{11246702-3B00-4EF4-A4C0-FD3FA5A08CA9}" dt="2023-01-25T02:57:17.195" v="2619" actId="47"/>
        <pc:sldMkLst>
          <pc:docMk/>
          <pc:sldMk cId="3125674969" sldId="1337"/>
        </pc:sldMkLst>
      </pc:sldChg>
      <pc:sldChg chg="modSp del">
        <pc:chgData name="Darshan Sarojini" userId="07b82a2003645659" providerId="LiveId" clId="{11246702-3B00-4EF4-A4C0-FD3FA5A08CA9}" dt="2023-01-25T02:57:17.225" v="2620" actId="47"/>
        <pc:sldMkLst>
          <pc:docMk/>
          <pc:sldMk cId="751781731" sldId="1338"/>
        </pc:sldMkLst>
      </pc:sldChg>
      <pc:sldChg chg="modSp del">
        <pc:chgData name="Darshan Sarojini" userId="07b82a2003645659" providerId="LiveId" clId="{11246702-3B00-4EF4-A4C0-FD3FA5A08CA9}" dt="2023-01-25T02:57:17.245" v="2621" actId="47"/>
        <pc:sldMkLst>
          <pc:docMk/>
          <pc:sldMk cId="2394522911" sldId="1339"/>
        </pc:sldMkLst>
      </pc:sldChg>
      <pc:sldChg chg="modSp del">
        <pc:chgData name="Darshan Sarojini" userId="07b82a2003645659" providerId="LiveId" clId="{11246702-3B00-4EF4-A4C0-FD3FA5A08CA9}" dt="2023-01-25T02:57:17.264" v="2622" actId="47"/>
        <pc:sldMkLst>
          <pc:docMk/>
          <pc:sldMk cId="2976876077" sldId="1340"/>
        </pc:sldMkLst>
      </pc:sldChg>
      <pc:sldChg chg="modSp del">
        <pc:chgData name="Darshan Sarojini" userId="07b82a2003645659" providerId="LiveId" clId="{11246702-3B00-4EF4-A4C0-FD3FA5A08CA9}" dt="2023-01-25T02:57:17.322" v="2623" actId="47"/>
        <pc:sldMkLst>
          <pc:docMk/>
          <pc:sldMk cId="3623030201" sldId="1341"/>
        </pc:sldMkLst>
      </pc:sldChg>
      <pc:sldChg chg="modSp del mod">
        <pc:chgData name="Darshan Sarojini" userId="07b82a2003645659" providerId="LiveId" clId="{11246702-3B00-4EF4-A4C0-FD3FA5A08CA9}" dt="2023-01-25T02:57:17.357" v="2624" actId="47"/>
        <pc:sldMkLst>
          <pc:docMk/>
          <pc:sldMk cId="1963485783" sldId="1342"/>
        </pc:sldMkLst>
      </pc:sldChg>
      <pc:sldChg chg="modSp add del">
        <pc:chgData name="Darshan Sarojini" userId="07b82a2003645659" providerId="LiveId" clId="{11246702-3B00-4EF4-A4C0-FD3FA5A08CA9}" dt="2023-01-25T02:57:14.832" v="2586" actId="47"/>
        <pc:sldMkLst>
          <pc:docMk/>
          <pc:sldMk cId="3542136102" sldId="1343"/>
        </pc:sldMkLst>
      </pc:sldChg>
      <pc:sldChg chg="modSp add del mod ord">
        <pc:chgData name="Darshan Sarojini" userId="07b82a2003645659" providerId="LiveId" clId="{11246702-3B00-4EF4-A4C0-FD3FA5A08CA9}" dt="2023-01-22T18:39:14.638" v="198" actId="47"/>
        <pc:sldMkLst>
          <pc:docMk/>
          <pc:sldMk cId="437534399" sldId="1344"/>
        </pc:sldMkLst>
      </pc:sldChg>
      <pc:sldChg chg="modSp add del mod ord">
        <pc:chgData name="Darshan Sarojini" userId="07b82a2003645659" providerId="LiveId" clId="{11246702-3B00-4EF4-A4C0-FD3FA5A08CA9}" dt="2023-01-25T02:57:15.408" v="2589" actId="47"/>
        <pc:sldMkLst>
          <pc:docMk/>
          <pc:sldMk cId="3808391175" sldId="1344"/>
        </pc:sldMkLst>
      </pc:sldChg>
      <pc:sldChg chg="addSp delSp modSp add del mod delAnim modAnim">
        <pc:chgData name="Darshan Sarojini" userId="07b82a2003645659" providerId="LiveId" clId="{11246702-3B00-4EF4-A4C0-FD3FA5A08CA9}" dt="2023-01-25T02:57:15.636" v="2591" actId="47"/>
        <pc:sldMkLst>
          <pc:docMk/>
          <pc:sldMk cId="3024633747" sldId="1345"/>
        </pc:sldMkLst>
      </pc:sldChg>
      <pc:sldChg chg="addSp delSp modSp add del mod">
        <pc:chgData name="Darshan Sarojini" userId="07b82a2003645659" providerId="LiveId" clId="{11246702-3B00-4EF4-A4C0-FD3FA5A08CA9}" dt="2023-01-25T02:57:15.682" v="2592" actId="47"/>
        <pc:sldMkLst>
          <pc:docMk/>
          <pc:sldMk cId="980437372" sldId="1346"/>
        </pc:sldMkLst>
      </pc:sldChg>
      <pc:sldChg chg="addSp delSp modSp add del mod delAnim modAnim">
        <pc:chgData name="Darshan Sarojini" userId="07b82a2003645659" providerId="LiveId" clId="{11246702-3B00-4EF4-A4C0-FD3FA5A08CA9}" dt="2023-01-25T02:57:15.805" v="2593" actId="47"/>
        <pc:sldMkLst>
          <pc:docMk/>
          <pc:sldMk cId="2534892829" sldId="1347"/>
        </pc:sldMkLst>
      </pc:sldChg>
      <pc:sldChg chg="addSp delSp modSp add del mod delAnim modAnim">
        <pc:chgData name="Darshan Sarojini" userId="07b82a2003645659" providerId="LiveId" clId="{11246702-3B00-4EF4-A4C0-FD3FA5A08CA9}" dt="2023-01-25T02:57:15.952" v="2594" actId="47"/>
        <pc:sldMkLst>
          <pc:docMk/>
          <pc:sldMk cId="727409794" sldId="1348"/>
        </pc:sldMkLst>
      </pc:sldChg>
      <pc:sldChg chg="addSp delSp modSp add del mod">
        <pc:chgData name="Darshan Sarojini" userId="07b82a2003645659" providerId="LiveId" clId="{11246702-3B00-4EF4-A4C0-FD3FA5A08CA9}" dt="2023-01-25T02:57:15.980" v="2595" actId="47"/>
        <pc:sldMkLst>
          <pc:docMk/>
          <pc:sldMk cId="2432545241" sldId="1349"/>
        </pc:sldMkLst>
      </pc:sldChg>
      <pc:sldChg chg="addSp modSp add del mod">
        <pc:chgData name="Darshan Sarojini" userId="07b82a2003645659" providerId="LiveId" clId="{11246702-3B00-4EF4-A4C0-FD3FA5A08CA9}" dt="2023-01-25T02:57:16.021" v="2596" actId="47"/>
        <pc:sldMkLst>
          <pc:docMk/>
          <pc:sldMk cId="1537676503" sldId="1350"/>
        </pc:sldMkLst>
      </pc:sldChg>
      <pc:sldChg chg="addSp modSp add del mod ord">
        <pc:chgData name="Darshan Sarojini" userId="07b82a2003645659" providerId="LiveId" clId="{11246702-3B00-4EF4-A4C0-FD3FA5A08CA9}" dt="2023-01-25T02:57:16.048" v="2597" actId="47"/>
        <pc:sldMkLst>
          <pc:docMk/>
          <pc:sldMk cId="3379678686" sldId="1351"/>
        </pc:sldMkLst>
      </pc:sldChg>
      <pc:sldChg chg="addSp modSp add del mod">
        <pc:chgData name="Darshan Sarojini" userId="07b82a2003645659" providerId="LiveId" clId="{11246702-3B00-4EF4-A4C0-FD3FA5A08CA9}" dt="2023-01-25T02:57:16.114" v="2598" actId="47"/>
        <pc:sldMkLst>
          <pc:docMk/>
          <pc:sldMk cId="1335491278" sldId="1352"/>
        </pc:sldMkLst>
      </pc:sldChg>
      <pc:sldChg chg="addSp delSp modSp add del mod ord">
        <pc:chgData name="Darshan Sarojini" userId="07b82a2003645659" providerId="LiveId" clId="{11246702-3B00-4EF4-A4C0-FD3FA5A08CA9}" dt="2023-01-25T02:57:16.337" v="2601" actId="47"/>
        <pc:sldMkLst>
          <pc:docMk/>
          <pc:sldMk cId="988301008" sldId="1353"/>
        </pc:sldMkLst>
      </pc:sldChg>
      <pc:sldChg chg="add del">
        <pc:chgData name="Darshan Sarojini" userId="07b82a2003645659" providerId="LiveId" clId="{11246702-3B00-4EF4-A4C0-FD3FA5A08CA9}" dt="2023-01-22T19:24:05.642" v="1280" actId="2890"/>
        <pc:sldMkLst>
          <pc:docMk/>
          <pc:sldMk cId="1164532399" sldId="1354"/>
        </pc:sldMkLst>
      </pc:sldChg>
      <pc:sldChg chg="addSp modSp new del mod modAnim">
        <pc:chgData name="Darshan Sarojini" userId="07b82a2003645659" providerId="LiveId" clId="{11246702-3B00-4EF4-A4C0-FD3FA5A08CA9}" dt="2023-01-25T02:57:16.356" v="2602" actId="47"/>
        <pc:sldMkLst>
          <pc:docMk/>
          <pc:sldMk cId="2982406797" sldId="1354"/>
        </pc:sldMkLst>
      </pc:sldChg>
      <pc:sldChg chg="addSp delSp modSp add del mod delAnim modAnim">
        <pc:chgData name="Darshan Sarojini" userId="07b82a2003645659" providerId="LiveId" clId="{11246702-3B00-4EF4-A4C0-FD3FA5A08CA9}" dt="2023-01-25T02:57:16.385" v="2603" actId="47"/>
        <pc:sldMkLst>
          <pc:docMk/>
          <pc:sldMk cId="3205328369" sldId="1355"/>
        </pc:sldMkLst>
      </pc:sldChg>
      <pc:sldChg chg="new del">
        <pc:chgData name="Darshan Sarojini" userId="07b82a2003645659" providerId="LiveId" clId="{11246702-3B00-4EF4-A4C0-FD3FA5A08CA9}" dt="2023-01-22T19:25:42.709" v="1322" actId="680"/>
        <pc:sldMkLst>
          <pc:docMk/>
          <pc:sldMk cId="786204920" sldId="1356"/>
        </pc:sldMkLst>
      </pc:sldChg>
      <pc:sldChg chg="modSp add del">
        <pc:chgData name="Darshan Sarojini" userId="07b82a2003645659" providerId="LiveId" clId="{11246702-3B00-4EF4-A4C0-FD3FA5A08CA9}" dt="2023-01-25T02:57:16.418" v="2604" actId="47"/>
        <pc:sldMkLst>
          <pc:docMk/>
          <pc:sldMk cId="2599455279" sldId="1356"/>
        </pc:sldMkLst>
      </pc:sldChg>
      <pc:sldChg chg="modSp add del ord">
        <pc:chgData name="Darshan Sarojini" userId="07b82a2003645659" providerId="LiveId" clId="{11246702-3B00-4EF4-A4C0-FD3FA5A08CA9}" dt="2023-01-25T02:57:16.479" v="2605" actId="47"/>
        <pc:sldMkLst>
          <pc:docMk/>
          <pc:sldMk cId="2068434921" sldId="1357"/>
        </pc:sldMkLst>
      </pc:sldChg>
      <pc:sldChg chg="addSp delSp modSp add del mod">
        <pc:chgData name="Darshan Sarojini" userId="07b82a2003645659" providerId="LiveId" clId="{11246702-3B00-4EF4-A4C0-FD3FA5A08CA9}" dt="2023-01-25T02:57:16.870" v="2611" actId="47"/>
        <pc:sldMkLst>
          <pc:docMk/>
          <pc:sldMk cId="3196886650" sldId="1358"/>
        </pc:sldMkLst>
      </pc:sldChg>
      <pc:sldChg chg="addSp delSp modSp add del mod">
        <pc:chgData name="Darshan Sarojini" userId="07b82a2003645659" providerId="LiveId" clId="{11246702-3B00-4EF4-A4C0-FD3FA5A08CA9}" dt="2023-01-25T02:57:16.926" v="2612" actId="47"/>
        <pc:sldMkLst>
          <pc:docMk/>
          <pc:sldMk cId="2757060063" sldId="1359"/>
        </pc:sldMkLst>
      </pc:sldChg>
      <pc:sldChg chg="addSp delSp modSp add del mod">
        <pc:chgData name="Darshan Sarojini" userId="07b82a2003645659" providerId="LiveId" clId="{11246702-3B00-4EF4-A4C0-FD3FA5A08CA9}" dt="2023-01-25T02:57:16.967" v="2613" actId="47"/>
        <pc:sldMkLst>
          <pc:docMk/>
          <pc:sldMk cId="3617131184" sldId="1360"/>
        </pc:sldMkLst>
      </pc:sldChg>
      <pc:sldChg chg="addSp delSp modSp add del mod">
        <pc:chgData name="Darshan Sarojini" userId="07b82a2003645659" providerId="LiveId" clId="{11246702-3B00-4EF4-A4C0-FD3FA5A08CA9}" dt="2023-01-25T02:57:17.113" v="2616" actId="47"/>
        <pc:sldMkLst>
          <pc:docMk/>
          <pc:sldMk cId="1406735993" sldId="1361"/>
        </pc:sldMkLst>
      </pc:sldChg>
      <pc:sldChg chg="addSp modSp add del mod ord">
        <pc:chgData name="Darshan Sarojini" userId="07b82a2003645659" providerId="LiveId" clId="{11246702-3B00-4EF4-A4C0-FD3FA5A08CA9}" dt="2023-01-22T20:02:51.800" v="2228" actId="47"/>
        <pc:sldMkLst>
          <pc:docMk/>
          <pc:sldMk cId="3425856236" sldId="1362"/>
        </pc:sldMkLst>
      </pc:sldChg>
      <pc:sldChg chg="addSp delSp modSp add del mod ord">
        <pc:chgData name="Darshan Sarojini" userId="07b82a2003645659" providerId="LiveId" clId="{11246702-3B00-4EF4-A4C0-FD3FA5A08CA9}" dt="2023-01-25T02:57:17.150" v="2617" actId="47"/>
        <pc:sldMkLst>
          <pc:docMk/>
          <pc:sldMk cId="1177736326" sldId="1363"/>
        </pc:sldMkLst>
      </pc:sldChg>
      <pc:sldChg chg="addSp delSp modSp add del mod">
        <pc:chgData name="Darshan Sarojini" userId="07b82a2003645659" providerId="LiveId" clId="{11246702-3B00-4EF4-A4C0-FD3FA5A08CA9}" dt="2023-01-22T20:11:16.257" v="2321" actId="47"/>
        <pc:sldMkLst>
          <pc:docMk/>
          <pc:sldMk cId="2494603801" sldId="1364"/>
        </pc:sldMkLst>
      </pc:sldChg>
      <pc:sldChg chg="new del">
        <pc:chgData name="Darshan Sarojini" userId="07b82a2003645659" providerId="LiveId" clId="{11246702-3B00-4EF4-A4C0-FD3FA5A08CA9}" dt="2023-01-24T03:42:13.814" v="2541" actId="47"/>
        <pc:sldMkLst>
          <pc:docMk/>
          <pc:sldMk cId="2649145650" sldId="1364"/>
        </pc:sldMkLst>
      </pc:sldChg>
      <pc:sldChg chg="new del">
        <pc:chgData name="Darshan Sarojini" userId="07b82a2003645659" providerId="LiveId" clId="{11246702-3B00-4EF4-A4C0-FD3FA5A08CA9}" dt="2023-01-24T03:42:13.814" v="2541" actId="47"/>
        <pc:sldMkLst>
          <pc:docMk/>
          <pc:sldMk cId="2749656179" sldId="1365"/>
        </pc:sldMkLst>
      </pc:sldChg>
      <pc:sldChg chg="new del">
        <pc:chgData name="Darshan Sarojini" userId="07b82a2003645659" providerId="LiveId" clId="{11246702-3B00-4EF4-A4C0-FD3FA5A08CA9}" dt="2023-01-24T03:42:13.814" v="2541" actId="47"/>
        <pc:sldMkLst>
          <pc:docMk/>
          <pc:sldMk cId="1976818349" sldId="1366"/>
        </pc:sldMkLst>
      </pc:sldChg>
      <pc:sldChg chg="modSp new del mod">
        <pc:chgData name="Darshan Sarojini" userId="07b82a2003645659" providerId="LiveId" clId="{11246702-3B00-4EF4-A4C0-FD3FA5A08CA9}" dt="2023-01-24T03:42:13.814" v="2541" actId="47"/>
        <pc:sldMkLst>
          <pc:docMk/>
          <pc:sldMk cId="3086428399" sldId="1367"/>
        </pc:sldMkLst>
      </pc:sldChg>
      <pc:sldChg chg="modSp new del mod">
        <pc:chgData name="Darshan Sarojini" userId="07b82a2003645659" providerId="LiveId" clId="{11246702-3B00-4EF4-A4C0-FD3FA5A08CA9}" dt="2023-01-24T03:42:13.814" v="2541" actId="47"/>
        <pc:sldMkLst>
          <pc:docMk/>
          <pc:sldMk cId="1900447698" sldId="1368"/>
        </pc:sldMkLst>
      </pc:sldChg>
      <pc:sldChg chg="modSp new del mod">
        <pc:chgData name="Darshan Sarojini" userId="07b82a2003645659" providerId="LiveId" clId="{11246702-3B00-4EF4-A4C0-FD3FA5A08CA9}" dt="2023-01-24T03:42:13.814" v="2541" actId="47"/>
        <pc:sldMkLst>
          <pc:docMk/>
          <pc:sldMk cId="309117446" sldId="1369"/>
        </pc:sldMkLst>
      </pc:sldChg>
      <pc:sldChg chg="new del">
        <pc:chgData name="Darshan Sarojini" userId="07b82a2003645659" providerId="LiveId" clId="{11246702-3B00-4EF4-A4C0-FD3FA5A08CA9}" dt="2023-01-24T03:42:13.814" v="2541" actId="47"/>
        <pc:sldMkLst>
          <pc:docMk/>
          <pc:sldMk cId="57578923" sldId="1370"/>
        </pc:sldMkLst>
      </pc:sldChg>
      <pc:sldMasterChg chg="modSp del delSldLayout modSldLayout">
        <pc:chgData name="Darshan Sarojini" userId="07b82a2003645659" providerId="LiveId" clId="{11246702-3B00-4EF4-A4C0-FD3FA5A08CA9}" dt="2023-01-24T03:25:10.225" v="2420" actId="2696"/>
        <pc:sldMasterMkLst>
          <pc:docMk/>
          <pc:sldMasterMk cId="3013365332" sldId="2147484005"/>
        </pc:sldMasterMkLst>
        <pc:sldLayoutChg chg="modSp del">
          <pc:chgData name="Darshan Sarojini" userId="07b82a2003645659" providerId="LiveId" clId="{11246702-3B00-4EF4-A4C0-FD3FA5A08CA9}" dt="2023-01-24T03:25:10.163" v="2404" actId="2696"/>
          <pc:sldLayoutMkLst>
            <pc:docMk/>
            <pc:sldMasterMk cId="3013365332" sldId="2147484005"/>
            <pc:sldLayoutMk cId="1652803242" sldId="2147484006"/>
          </pc:sldLayoutMkLst>
        </pc:sldLayoutChg>
        <pc:sldLayoutChg chg="del">
          <pc:chgData name="Darshan Sarojini" userId="07b82a2003645659" providerId="LiveId" clId="{11246702-3B00-4EF4-A4C0-FD3FA5A08CA9}" dt="2023-01-24T03:25:10.168" v="2405" actId="2696"/>
          <pc:sldLayoutMkLst>
            <pc:docMk/>
            <pc:sldMasterMk cId="3013365332" sldId="2147484005"/>
            <pc:sldLayoutMk cId="3967478226" sldId="2147484007"/>
          </pc:sldLayoutMkLst>
        </pc:sldLayoutChg>
        <pc:sldLayoutChg chg="modSp del">
          <pc:chgData name="Darshan Sarojini" userId="07b82a2003645659" providerId="LiveId" clId="{11246702-3B00-4EF4-A4C0-FD3FA5A08CA9}" dt="2023-01-24T03:25:10.174" v="2406" actId="2696"/>
          <pc:sldLayoutMkLst>
            <pc:docMk/>
            <pc:sldMasterMk cId="3013365332" sldId="2147484005"/>
            <pc:sldLayoutMk cId="1676033308" sldId="2147484008"/>
          </pc:sldLayoutMkLst>
        </pc:sldLayoutChg>
        <pc:sldLayoutChg chg="modSp del">
          <pc:chgData name="Darshan Sarojini" userId="07b82a2003645659" providerId="LiveId" clId="{11246702-3B00-4EF4-A4C0-FD3FA5A08CA9}" dt="2023-01-24T03:25:10.178" v="2407" actId="2696"/>
          <pc:sldLayoutMkLst>
            <pc:docMk/>
            <pc:sldMasterMk cId="3013365332" sldId="2147484005"/>
            <pc:sldLayoutMk cId="2781534651" sldId="2147484009"/>
          </pc:sldLayoutMkLst>
        </pc:sldLayoutChg>
        <pc:sldLayoutChg chg="modSp del">
          <pc:chgData name="Darshan Sarojini" userId="07b82a2003645659" providerId="LiveId" clId="{11246702-3B00-4EF4-A4C0-FD3FA5A08CA9}" dt="2023-01-24T03:25:10.181" v="2408" actId="2696"/>
          <pc:sldLayoutMkLst>
            <pc:docMk/>
            <pc:sldMasterMk cId="3013365332" sldId="2147484005"/>
            <pc:sldLayoutMk cId="3919224009" sldId="2147484010"/>
          </pc:sldLayoutMkLst>
        </pc:sldLayoutChg>
        <pc:sldLayoutChg chg="del">
          <pc:chgData name="Darshan Sarojini" userId="07b82a2003645659" providerId="LiveId" clId="{11246702-3B00-4EF4-A4C0-FD3FA5A08CA9}" dt="2023-01-24T03:25:10.186" v="2409" actId="2696"/>
          <pc:sldLayoutMkLst>
            <pc:docMk/>
            <pc:sldMasterMk cId="3013365332" sldId="2147484005"/>
            <pc:sldLayoutMk cId="154794610" sldId="2147484011"/>
          </pc:sldLayoutMkLst>
        </pc:sldLayoutChg>
        <pc:sldLayoutChg chg="del">
          <pc:chgData name="Darshan Sarojini" userId="07b82a2003645659" providerId="LiveId" clId="{11246702-3B00-4EF4-A4C0-FD3FA5A08CA9}" dt="2023-01-24T03:25:10.191" v="2410" actId="2696"/>
          <pc:sldLayoutMkLst>
            <pc:docMk/>
            <pc:sldMasterMk cId="3013365332" sldId="2147484005"/>
            <pc:sldLayoutMk cId="3724177436" sldId="2147484012"/>
          </pc:sldLayoutMkLst>
        </pc:sldLayoutChg>
        <pc:sldLayoutChg chg="modSp del">
          <pc:chgData name="Darshan Sarojini" userId="07b82a2003645659" providerId="LiveId" clId="{11246702-3B00-4EF4-A4C0-FD3FA5A08CA9}" dt="2023-01-24T03:25:10.195" v="2411" actId="2696"/>
          <pc:sldLayoutMkLst>
            <pc:docMk/>
            <pc:sldMasterMk cId="3013365332" sldId="2147484005"/>
            <pc:sldLayoutMk cId="3809494724" sldId="2147484013"/>
          </pc:sldLayoutMkLst>
        </pc:sldLayoutChg>
        <pc:sldLayoutChg chg="modSp del">
          <pc:chgData name="Darshan Sarojini" userId="07b82a2003645659" providerId="LiveId" clId="{11246702-3B00-4EF4-A4C0-FD3FA5A08CA9}" dt="2023-01-24T03:25:10.198" v="2412" actId="2696"/>
          <pc:sldLayoutMkLst>
            <pc:docMk/>
            <pc:sldMasterMk cId="3013365332" sldId="2147484005"/>
            <pc:sldLayoutMk cId="720624458" sldId="2147484014"/>
          </pc:sldLayoutMkLst>
        </pc:sldLayoutChg>
        <pc:sldLayoutChg chg="del">
          <pc:chgData name="Darshan Sarojini" userId="07b82a2003645659" providerId="LiveId" clId="{11246702-3B00-4EF4-A4C0-FD3FA5A08CA9}" dt="2023-01-24T03:25:10.202" v="2413" actId="2696"/>
          <pc:sldLayoutMkLst>
            <pc:docMk/>
            <pc:sldMasterMk cId="3013365332" sldId="2147484005"/>
            <pc:sldLayoutMk cId="4244840455" sldId="2147484015"/>
          </pc:sldLayoutMkLst>
        </pc:sldLayoutChg>
        <pc:sldLayoutChg chg="modSp del">
          <pc:chgData name="Darshan Sarojini" userId="07b82a2003645659" providerId="LiveId" clId="{11246702-3B00-4EF4-A4C0-FD3FA5A08CA9}" dt="2023-01-24T03:25:10.206" v="2414" actId="2696"/>
          <pc:sldLayoutMkLst>
            <pc:docMk/>
            <pc:sldMasterMk cId="3013365332" sldId="2147484005"/>
            <pc:sldLayoutMk cId="916955298" sldId="2147484016"/>
          </pc:sldLayoutMkLst>
        </pc:sldLayoutChg>
        <pc:sldLayoutChg chg="del">
          <pc:chgData name="Darshan Sarojini" userId="07b82a2003645659" providerId="LiveId" clId="{11246702-3B00-4EF4-A4C0-FD3FA5A08CA9}" dt="2023-01-24T03:25:10.210" v="2415" actId="2696"/>
          <pc:sldLayoutMkLst>
            <pc:docMk/>
            <pc:sldMasterMk cId="3013365332" sldId="2147484005"/>
            <pc:sldLayoutMk cId="1691764557" sldId="2147484017"/>
          </pc:sldLayoutMkLst>
        </pc:sldLayoutChg>
        <pc:sldLayoutChg chg="modSp del">
          <pc:chgData name="Darshan Sarojini" userId="07b82a2003645659" providerId="LiveId" clId="{11246702-3B00-4EF4-A4C0-FD3FA5A08CA9}" dt="2023-01-24T03:25:10.213" v="2416" actId="2696"/>
          <pc:sldLayoutMkLst>
            <pc:docMk/>
            <pc:sldMasterMk cId="3013365332" sldId="2147484005"/>
            <pc:sldLayoutMk cId="0" sldId="2147484018"/>
          </pc:sldLayoutMkLst>
        </pc:sldLayoutChg>
        <pc:sldLayoutChg chg="modSp del">
          <pc:chgData name="Darshan Sarojini" userId="07b82a2003645659" providerId="LiveId" clId="{11246702-3B00-4EF4-A4C0-FD3FA5A08CA9}" dt="2023-01-24T03:25:10.216" v="2417" actId="2696"/>
          <pc:sldLayoutMkLst>
            <pc:docMk/>
            <pc:sldMasterMk cId="3013365332" sldId="2147484005"/>
            <pc:sldLayoutMk cId="0" sldId="2147484019"/>
          </pc:sldLayoutMkLst>
        </pc:sldLayoutChg>
        <pc:sldLayoutChg chg="modSp del">
          <pc:chgData name="Darshan Sarojini" userId="07b82a2003645659" providerId="LiveId" clId="{11246702-3B00-4EF4-A4C0-FD3FA5A08CA9}" dt="2023-01-24T03:25:10.218" v="2418" actId="2696"/>
          <pc:sldLayoutMkLst>
            <pc:docMk/>
            <pc:sldMasterMk cId="3013365332" sldId="2147484005"/>
            <pc:sldLayoutMk cId="0" sldId="2147484020"/>
          </pc:sldLayoutMkLst>
        </pc:sldLayoutChg>
        <pc:sldLayoutChg chg="modSp del">
          <pc:chgData name="Darshan Sarojini" userId="07b82a2003645659" providerId="LiveId" clId="{11246702-3B00-4EF4-A4C0-FD3FA5A08CA9}" dt="2023-01-24T03:25:10.220" v="2419" actId="2696"/>
          <pc:sldLayoutMkLst>
            <pc:docMk/>
            <pc:sldMasterMk cId="3013365332" sldId="2147484005"/>
            <pc:sldLayoutMk cId="0" sldId="2147484021"/>
          </pc:sldLayoutMkLst>
        </pc:sldLayoutChg>
      </pc:sldMasterChg>
      <pc:sldMasterChg chg="modSp del delSldLayout modSldLayout">
        <pc:chgData name="Darshan Sarojini" userId="07b82a2003645659" providerId="LiveId" clId="{11246702-3B00-4EF4-A4C0-FD3FA5A08CA9}" dt="2023-01-24T03:25:08.122" v="2389" actId="2696"/>
        <pc:sldMasterMkLst>
          <pc:docMk/>
          <pc:sldMasterMk cId="1117025654" sldId="2147484038"/>
        </pc:sldMasterMkLst>
        <pc:sldLayoutChg chg="modSp del">
          <pc:chgData name="Darshan Sarojini" userId="07b82a2003645659" providerId="LiveId" clId="{11246702-3B00-4EF4-A4C0-FD3FA5A08CA9}" dt="2023-01-24T03:25:08.064" v="2377" actId="2696"/>
          <pc:sldLayoutMkLst>
            <pc:docMk/>
            <pc:sldMasterMk cId="1117025654" sldId="2147484038"/>
            <pc:sldLayoutMk cId="1400256074" sldId="2147484039"/>
          </pc:sldLayoutMkLst>
        </pc:sldLayoutChg>
        <pc:sldLayoutChg chg="modSp del">
          <pc:chgData name="Darshan Sarojini" userId="07b82a2003645659" providerId="LiveId" clId="{11246702-3B00-4EF4-A4C0-FD3FA5A08CA9}" dt="2023-01-24T03:25:08.069" v="2378" actId="2696"/>
          <pc:sldLayoutMkLst>
            <pc:docMk/>
            <pc:sldMasterMk cId="1117025654" sldId="2147484038"/>
            <pc:sldLayoutMk cId="3490637847" sldId="2147484040"/>
          </pc:sldLayoutMkLst>
        </pc:sldLayoutChg>
        <pc:sldLayoutChg chg="modSp del">
          <pc:chgData name="Darshan Sarojini" userId="07b82a2003645659" providerId="LiveId" clId="{11246702-3B00-4EF4-A4C0-FD3FA5A08CA9}" dt="2023-01-24T03:25:08.075" v="2379" actId="2696"/>
          <pc:sldLayoutMkLst>
            <pc:docMk/>
            <pc:sldMasterMk cId="1117025654" sldId="2147484038"/>
            <pc:sldLayoutMk cId="4282457415" sldId="2147484041"/>
          </pc:sldLayoutMkLst>
        </pc:sldLayoutChg>
        <pc:sldLayoutChg chg="modSp del">
          <pc:chgData name="Darshan Sarojini" userId="07b82a2003645659" providerId="LiveId" clId="{11246702-3B00-4EF4-A4C0-FD3FA5A08CA9}" dt="2023-01-24T03:25:08.080" v="2380" actId="2696"/>
          <pc:sldLayoutMkLst>
            <pc:docMk/>
            <pc:sldMasterMk cId="1117025654" sldId="2147484038"/>
            <pc:sldLayoutMk cId="34286327" sldId="2147484042"/>
          </pc:sldLayoutMkLst>
        </pc:sldLayoutChg>
        <pc:sldLayoutChg chg="modSp del">
          <pc:chgData name="Darshan Sarojini" userId="07b82a2003645659" providerId="LiveId" clId="{11246702-3B00-4EF4-A4C0-FD3FA5A08CA9}" dt="2023-01-24T03:25:08.085" v="2381" actId="2696"/>
          <pc:sldLayoutMkLst>
            <pc:docMk/>
            <pc:sldMasterMk cId="1117025654" sldId="2147484038"/>
            <pc:sldLayoutMk cId="1312541951" sldId="2147484043"/>
          </pc:sldLayoutMkLst>
        </pc:sldLayoutChg>
        <pc:sldLayoutChg chg="modSp del">
          <pc:chgData name="Darshan Sarojini" userId="07b82a2003645659" providerId="LiveId" clId="{11246702-3B00-4EF4-A4C0-FD3FA5A08CA9}" dt="2023-01-24T03:25:08.091" v="2382" actId="2696"/>
          <pc:sldLayoutMkLst>
            <pc:docMk/>
            <pc:sldMasterMk cId="1117025654" sldId="2147484038"/>
            <pc:sldLayoutMk cId="26815076" sldId="2147484044"/>
          </pc:sldLayoutMkLst>
        </pc:sldLayoutChg>
        <pc:sldLayoutChg chg="modSp del">
          <pc:chgData name="Darshan Sarojini" userId="07b82a2003645659" providerId="LiveId" clId="{11246702-3B00-4EF4-A4C0-FD3FA5A08CA9}" dt="2023-01-24T03:25:08.096" v="2383" actId="2696"/>
          <pc:sldLayoutMkLst>
            <pc:docMk/>
            <pc:sldMasterMk cId="1117025654" sldId="2147484038"/>
            <pc:sldLayoutMk cId="1184928297" sldId="2147484045"/>
          </pc:sldLayoutMkLst>
        </pc:sldLayoutChg>
        <pc:sldLayoutChg chg="modSp del">
          <pc:chgData name="Darshan Sarojini" userId="07b82a2003645659" providerId="LiveId" clId="{11246702-3B00-4EF4-A4C0-FD3FA5A08CA9}" dt="2023-01-24T03:25:08.101" v="2384" actId="2696"/>
          <pc:sldLayoutMkLst>
            <pc:docMk/>
            <pc:sldMasterMk cId="1117025654" sldId="2147484038"/>
            <pc:sldLayoutMk cId="2717831153" sldId="2147484046"/>
          </pc:sldLayoutMkLst>
        </pc:sldLayoutChg>
        <pc:sldLayoutChg chg="modSp del">
          <pc:chgData name="Darshan Sarojini" userId="07b82a2003645659" providerId="LiveId" clId="{11246702-3B00-4EF4-A4C0-FD3FA5A08CA9}" dt="2023-01-24T03:25:08.105" v="2385" actId="2696"/>
          <pc:sldLayoutMkLst>
            <pc:docMk/>
            <pc:sldMasterMk cId="1117025654" sldId="2147484038"/>
            <pc:sldLayoutMk cId="291126365" sldId="2147484047"/>
          </pc:sldLayoutMkLst>
        </pc:sldLayoutChg>
        <pc:sldLayoutChg chg="del">
          <pc:chgData name="Darshan Sarojini" userId="07b82a2003645659" providerId="LiveId" clId="{11246702-3B00-4EF4-A4C0-FD3FA5A08CA9}" dt="2023-01-24T03:25:08.109" v="2386" actId="2696"/>
          <pc:sldLayoutMkLst>
            <pc:docMk/>
            <pc:sldMasterMk cId="1117025654" sldId="2147484038"/>
            <pc:sldLayoutMk cId="1114414637" sldId="2147484048"/>
          </pc:sldLayoutMkLst>
        </pc:sldLayoutChg>
        <pc:sldLayoutChg chg="modSp del">
          <pc:chgData name="Darshan Sarojini" userId="07b82a2003645659" providerId="LiveId" clId="{11246702-3B00-4EF4-A4C0-FD3FA5A08CA9}" dt="2023-01-24T03:25:08.113" v="2387" actId="2696"/>
          <pc:sldLayoutMkLst>
            <pc:docMk/>
            <pc:sldMasterMk cId="1117025654" sldId="2147484038"/>
            <pc:sldLayoutMk cId="198311670" sldId="2147484049"/>
          </pc:sldLayoutMkLst>
        </pc:sldLayoutChg>
        <pc:sldLayoutChg chg="del">
          <pc:chgData name="Darshan Sarojini" userId="07b82a2003645659" providerId="LiveId" clId="{11246702-3B00-4EF4-A4C0-FD3FA5A08CA9}" dt="2023-01-24T03:25:08.115" v="2388" actId="2696"/>
          <pc:sldLayoutMkLst>
            <pc:docMk/>
            <pc:sldMasterMk cId="1117025654" sldId="2147484038"/>
            <pc:sldLayoutMk cId="3980663116" sldId="2147484050"/>
          </pc:sldLayoutMkLst>
        </pc:sldLayoutChg>
      </pc:sldMasterChg>
      <pc:sldMasterChg chg="modSp del delSldLayout modSldLayout">
        <pc:chgData name="Darshan Sarojini" userId="07b82a2003645659" providerId="LiveId" clId="{11246702-3B00-4EF4-A4C0-FD3FA5A08CA9}" dt="2023-01-24T03:25:09.425" v="2402" actId="2696"/>
        <pc:sldMasterMkLst>
          <pc:docMk/>
          <pc:sldMasterMk cId="3004139196" sldId="2147484051"/>
        </pc:sldMasterMkLst>
        <pc:sldLayoutChg chg="modSp del">
          <pc:chgData name="Darshan Sarojini" userId="07b82a2003645659" providerId="LiveId" clId="{11246702-3B00-4EF4-A4C0-FD3FA5A08CA9}" dt="2023-01-24T03:25:09.380" v="2391" actId="2696"/>
          <pc:sldLayoutMkLst>
            <pc:docMk/>
            <pc:sldMasterMk cId="3004139196" sldId="2147484051"/>
            <pc:sldLayoutMk cId="1204306522" sldId="2147484052"/>
          </pc:sldLayoutMkLst>
        </pc:sldLayoutChg>
        <pc:sldLayoutChg chg="del">
          <pc:chgData name="Darshan Sarojini" userId="07b82a2003645659" providerId="LiveId" clId="{11246702-3B00-4EF4-A4C0-FD3FA5A08CA9}" dt="2023-01-24T03:25:09.384" v="2392" actId="2696"/>
          <pc:sldLayoutMkLst>
            <pc:docMk/>
            <pc:sldMasterMk cId="3004139196" sldId="2147484051"/>
            <pc:sldLayoutMk cId="1666061481" sldId="2147484053"/>
          </pc:sldLayoutMkLst>
        </pc:sldLayoutChg>
        <pc:sldLayoutChg chg="modSp del">
          <pc:chgData name="Darshan Sarojini" userId="07b82a2003645659" providerId="LiveId" clId="{11246702-3B00-4EF4-A4C0-FD3FA5A08CA9}" dt="2023-01-24T03:25:09.389" v="2393" actId="2696"/>
          <pc:sldLayoutMkLst>
            <pc:docMk/>
            <pc:sldMasterMk cId="3004139196" sldId="2147484051"/>
            <pc:sldLayoutMk cId="3109151927" sldId="2147484054"/>
          </pc:sldLayoutMkLst>
        </pc:sldLayoutChg>
        <pc:sldLayoutChg chg="modSp del">
          <pc:chgData name="Darshan Sarojini" userId="07b82a2003645659" providerId="LiveId" clId="{11246702-3B00-4EF4-A4C0-FD3FA5A08CA9}" dt="2023-01-24T03:25:09.394" v="2394" actId="2696"/>
          <pc:sldLayoutMkLst>
            <pc:docMk/>
            <pc:sldMasterMk cId="3004139196" sldId="2147484051"/>
            <pc:sldLayoutMk cId="4044294400" sldId="2147484055"/>
          </pc:sldLayoutMkLst>
        </pc:sldLayoutChg>
        <pc:sldLayoutChg chg="modSp del">
          <pc:chgData name="Darshan Sarojini" userId="07b82a2003645659" providerId="LiveId" clId="{11246702-3B00-4EF4-A4C0-FD3FA5A08CA9}" dt="2023-01-24T03:25:09.398" v="2395" actId="2696"/>
          <pc:sldLayoutMkLst>
            <pc:docMk/>
            <pc:sldMasterMk cId="3004139196" sldId="2147484051"/>
            <pc:sldLayoutMk cId="3614733625" sldId="2147484056"/>
          </pc:sldLayoutMkLst>
        </pc:sldLayoutChg>
        <pc:sldLayoutChg chg="del">
          <pc:chgData name="Darshan Sarojini" userId="07b82a2003645659" providerId="LiveId" clId="{11246702-3B00-4EF4-A4C0-FD3FA5A08CA9}" dt="2023-01-24T03:25:09.401" v="2396" actId="2696"/>
          <pc:sldLayoutMkLst>
            <pc:docMk/>
            <pc:sldMasterMk cId="3004139196" sldId="2147484051"/>
            <pc:sldLayoutMk cId="3385627416" sldId="2147484057"/>
          </pc:sldLayoutMkLst>
        </pc:sldLayoutChg>
        <pc:sldLayoutChg chg="del">
          <pc:chgData name="Darshan Sarojini" userId="07b82a2003645659" providerId="LiveId" clId="{11246702-3B00-4EF4-A4C0-FD3FA5A08CA9}" dt="2023-01-24T03:25:09.405" v="2397" actId="2696"/>
          <pc:sldLayoutMkLst>
            <pc:docMk/>
            <pc:sldMasterMk cId="3004139196" sldId="2147484051"/>
            <pc:sldLayoutMk cId="3443171310" sldId="2147484058"/>
          </pc:sldLayoutMkLst>
        </pc:sldLayoutChg>
        <pc:sldLayoutChg chg="modSp del">
          <pc:chgData name="Darshan Sarojini" userId="07b82a2003645659" providerId="LiveId" clId="{11246702-3B00-4EF4-A4C0-FD3FA5A08CA9}" dt="2023-01-24T03:25:09.410" v="2398" actId="2696"/>
          <pc:sldLayoutMkLst>
            <pc:docMk/>
            <pc:sldMasterMk cId="3004139196" sldId="2147484051"/>
            <pc:sldLayoutMk cId="527740932" sldId="2147484059"/>
          </pc:sldLayoutMkLst>
        </pc:sldLayoutChg>
        <pc:sldLayoutChg chg="modSp del">
          <pc:chgData name="Darshan Sarojini" userId="07b82a2003645659" providerId="LiveId" clId="{11246702-3B00-4EF4-A4C0-FD3FA5A08CA9}" dt="2023-01-24T03:25:09.413" v="2399" actId="2696"/>
          <pc:sldLayoutMkLst>
            <pc:docMk/>
            <pc:sldMasterMk cId="3004139196" sldId="2147484051"/>
            <pc:sldLayoutMk cId="3700318397" sldId="2147484060"/>
          </pc:sldLayoutMkLst>
        </pc:sldLayoutChg>
        <pc:sldLayoutChg chg="del">
          <pc:chgData name="Darshan Sarojini" userId="07b82a2003645659" providerId="LiveId" clId="{11246702-3B00-4EF4-A4C0-FD3FA5A08CA9}" dt="2023-01-24T03:25:09.416" v="2400" actId="2696"/>
          <pc:sldLayoutMkLst>
            <pc:docMk/>
            <pc:sldMasterMk cId="3004139196" sldId="2147484051"/>
            <pc:sldLayoutMk cId="1453859531" sldId="2147484061"/>
          </pc:sldLayoutMkLst>
        </pc:sldLayoutChg>
        <pc:sldLayoutChg chg="modSp del">
          <pc:chgData name="Darshan Sarojini" userId="07b82a2003645659" providerId="LiveId" clId="{11246702-3B00-4EF4-A4C0-FD3FA5A08CA9}" dt="2023-01-24T03:25:09.418" v="2401" actId="2696"/>
          <pc:sldLayoutMkLst>
            <pc:docMk/>
            <pc:sldMasterMk cId="3004139196" sldId="2147484051"/>
            <pc:sldLayoutMk cId="412418492" sldId="2147484062"/>
          </pc:sldLayoutMkLst>
        </pc:sldLayoutChg>
      </pc:sldMasterChg>
      <pc:sldMasterChg chg="modSp del delSldLayout modSldLayout">
        <pc:chgData name="Darshan Sarojini" userId="07b82a2003645659" providerId="LiveId" clId="{11246702-3B00-4EF4-A4C0-FD3FA5A08CA9}" dt="2023-01-24T03:25:10.962" v="2435" actId="2696"/>
        <pc:sldMasterMkLst>
          <pc:docMk/>
          <pc:sldMasterMk cId="3089977097" sldId="2147484063"/>
        </pc:sldMasterMkLst>
        <pc:sldLayoutChg chg="modSp del">
          <pc:chgData name="Darshan Sarojini" userId="07b82a2003645659" providerId="LiveId" clId="{11246702-3B00-4EF4-A4C0-FD3FA5A08CA9}" dt="2023-01-24T03:25:10.922" v="2422" actId="2696"/>
          <pc:sldLayoutMkLst>
            <pc:docMk/>
            <pc:sldMasterMk cId="3089977097" sldId="2147484063"/>
            <pc:sldLayoutMk cId="2203987004" sldId="2147484064"/>
          </pc:sldLayoutMkLst>
        </pc:sldLayoutChg>
        <pc:sldLayoutChg chg="modSp del">
          <pc:chgData name="Darshan Sarojini" userId="07b82a2003645659" providerId="LiveId" clId="{11246702-3B00-4EF4-A4C0-FD3FA5A08CA9}" dt="2023-01-24T03:25:10.927" v="2423" actId="2696"/>
          <pc:sldLayoutMkLst>
            <pc:docMk/>
            <pc:sldMasterMk cId="3089977097" sldId="2147484063"/>
            <pc:sldLayoutMk cId="4216652011" sldId="2147484065"/>
          </pc:sldLayoutMkLst>
        </pc:sldLayoutChg>
        <pc:sldLayoutChg chg="modSp del">
          <pc:chgData name="Darshan Sarojini" userId="07b82a2003645659" providerId="LiveId" clId="{11246702-3B00-4EF4-A4C0-FD3FA5A08CA9}" dt="2023-01-24T03:25:10.930" v="2424" actId="2696"/>
          <pc:sldLayoutMkLst>
            <pc:docMk/>
            <pc:sldMasterMk cId="3089977097" sldId="2147484063"/>
            <pc:sldLayoutMk cId="1185348704" sldId="2147484066"/>
          </pc:sldLayoutMkLst>
        </pc:sldLayoutChg>
        <pc:sldLayoutChg chg="modSp del">
          <pc:chgData name="Darshan Sarojini" userId="07b82a2003645659" providerId="LiveId" clId="{11246702-3B00-4EF4-A4C0-FD3FA5A08CA9}" dt="2023-01-24T03:25:10.934" v="2425" actId="2696"/>
          <pc:sldLayoutMkLst>
            <pc:docMk/>
            <pc:sldMasterMk cId="3089977097" sldId="2147484063"/>
            <pc:sldLayoutMk cId="147731681" sldId="2147484067"/>
          </pc:sldLayoutMkLst>
        </pc:sldLayoutChg>
        <pc:sldLayoutChg chg="modSp del">
          <pc:chgData name="Darshan Sarojini" userId="07b82a2003645659" providerId="LiveId" clId="{11246702-3B00-4EF4-A4C0-FD3FA5A08CA9}" dt="2023-01-24T03:25:10.938" v="2426" actId="2696"/>
          <pc:sldLayoutMkLst>
            <pc:docMk/>
            <pc:sldMasterMk cId="3089977097" sldId="2147484063"/>
            <pc:sldLayoutMk cId="821905160" sldId="2147484068"/>
          </pc:sldLayoutMkLst>
        </pc:sldLayoutChg>
        <pc:sldLayoutChg chg="del">
          <pc:chgData name="Darshan Sarojini" userId="07b82a2003645659" providerId="LiveId" clId="{11246702-3B00-4EF4-A4C0-FD3FA5A08CA9}" dt="2023-01-24T03:25:10.942" v="2427" actId="2696"/>
          <pc:sldLayoutMkLst>
            <pc:docMk/>
            <pc:sldMasterMk cId="3089977097" sldId="2147484063"/>
            <pc:sldLayoutMk cId="3431935828" sldId="2147484069"/>
          </pc:sldLayoutMkLst>
        </pc:sldLayoutChg>
        <pc:sldLayoutChg chg="modSp del">
          <pc:chgData name="Darshan Sarojini" userId="07b82a2003645659" providerId="LiveId" clId="{11246702-3B00-4EF4-A4C0-FD3FA5A08CA9}" dt="2023-01-24T03:25:10.945" v="2428" actId="2696"/>
          <pc:sldLayoutMkLst>
            <pc:docMk/>
            <pc:sldMasterMk cId="3089977097" sldId="2147484063"/>
            <pc:sldLayoutMk cId="701089552" sldId="2147484070"/>
          </pc:sldLayoutMkLst>
        </pc:sldLayoutChg>
        <pc:sldLayoutChg chg="modSp del">
          <pc:chgData name="Darshan Sarojini" userId="07b82a2003645659" providerId="LiveId" clId="{11246702-3B00-4EF4-A4C0-FD3FA5A08CA9}" dt="2023-01-24T03:25:10.947" v="2429" actId="2696"/>
          <pc:sldLayoutMkLst>
            <pc:docMk/>
            <pc:sldMasterMk cId="3089977097" sldId="2147484063"/>
            <pc:sldLayoutMk cId="1179312598" sldId="2147484071"/>
          </pc:sldLayoutMkLst>
        </pc:sldLayoutChg>
        <pc:sldLayoutChg chg="modSp del">
          <pc:chgData name="Darshan Sarojini" userId="07b82a2003645659" providerId="LiveId" clId="{11246702-3B00-4EF4-A4C0-FD3FA5A08CA9}" dt="2023-01-24T03:25:10.949" v="2430" actId="2696"/>
          <pc:sldLayoutMkLst>
            <pc:docMk/>
            <pc:sldMasterMk cId="3089977097" sldId="2147484063"/>
            <pc:sldLayoutMk cId="3112654529" sldId="2147484072"/>
          </pc:sldLayoutMkLst>
        </pc:sldLayoutChg>
        <pc:sldLayoutChg chg="del">
          <pc:chgData name="Darshan Sarojini" userId="07b82a2003645659" providerId="LiveId" clId="{11246702-3B00-4EF4-A4C0-FD3FA5A08CA9}" dt="2023-01-24T03:25:10.952" v="2431" actId="2696"/>
          <pc:sldLayoutMkLst>
            <pc:docMk/>
            <pc:sldMasterMk cId="3089977097" sldId="2147484063"/>
            <pc:sldLayoutMk cId="3382047067" sldId="2147484073"/>
          </pc:sldLayoutMkLst>
        </pc:sldLayoutChg>
        <pc:sldLayoutChg chg="modSp del">
          <pc:chgData name="Darshan Sarojini" userId="07b82a2003645659" providerId="LiveId" clId="{11246702-3B00-4EF4-A4C0-FD3FA5A08CA9}" dt="2023-01-24T03:25:10.954" v="2432" actId="2696"/>
          <pc:sldLayoutMkLst>
            <pc:docMk/>
            <pc:sldMasterMk cId="3089977097" sldId="2147484063"/>
            <pc:sldLayoutMk cId="1932394780" sldId="2147484074"/>
          </pc:sldLayoutMkLst>
        </pc:sldLayoutChg>
        <pc:sldLayoutChg chg="del">
          <pc:chgData name="Darshan Sarojini" userId="07b82a2003645659" providerId="LiveId" clId="{11246702-3B00-4EF4-A4C0-FD3FA5A08CA9}" dt="2023-01-24T03:25:10.957" v="2433" actId="2696"/>
          <pc:sldLayoutMkLst>
            <pc:docMk/>
            <pc:sldMasterMk cId="3089977097" sldId="2147484063"/>
            <pc:sldLayoutMk cId="2078472461" sldId="2147484075"/>
          </pc:sldLayoutMkLst>
        </pc:sldLayoutChg>
        <pc:sldLayoutChg chg="modSp del">
          <pc:chgData name="Darshan Sarojini" userId="07b82a2003645659" providerId="LiveId" clId="{11246702-3B00-4EF4-A4C0-FD3FA5A08CA9}" dt="2023-01-24T03:25:10.959" v="2434" actId="2696"/>
          <pc:sldLayoutMkLst>
            <pc:docMk/>
            <pc:sldMasterMk cId="3089977097" sldId="2147484063"/>
            <pc:sldLayoutMk cId="2016893750" sldId="2147484076"/>
          </pc:sldLayoutMkLst>
        </pc:sldLayoutChg>
      </pc:sldMasterChg>
      <pc:sldMasterChg chg="addSp delSp modSp mod addSldLayout delSldLayout modSldLayout">
        <pc:chgData name="Darshan Sarojini" userId="07b82a2003645659" providerId="LiveId" clId="{11246702-3B00-4EF4-A4C0-FD3FA5A08CA9}" dt="2023-01-24T03:55:31.586" v="2583" actId="6014"/>
        <pc:sldMasterMkLst>
          <pc:docMk/>
          <pc:sldMasterMk cId="3278790779" sldId="2147484151"/>
        </pc:sldMasterMkLst>
        <pc:sldLayoutChg chg="delSp modSp mod">
          <pc:chgData name="Darshan Sarojini" userId="07b82a2003645659" providerId="LiveId" clId="{11246702-3B00-4EF4-A4C0-FD3FA5A08CA9}" dt="2023-01-24T03:26:42.631" v="2445" actId="478"/>
          <pc:sldLayoutMkLst>
            <pc:docMk/>
            <pc:sldMasterMk cId="3278790779" sldId="2147484151"/>
            <pc:sldLayoutMk cId="4062648149" sldId="2147484152"/>
          </pc:sldLayoutMkLst>
        </pc:sldLayoutChg>
        <pc:sldLayoutChg chg="modSp del">
          <pc:chgData name="Darshan Sarojini" userId="07b82a2003645659" providerId="LiveId" clId="{11246702-3B00-4EF4-A4C0-FD3FA5A08CA9}" dt="2023-01-24T03:24:50.227" v="2354" actId="2696"/>
          <pc:sldLayoutMkLst>
            <pc:docMk/>
            <pc:sldMasterMk cId="3278790779" sldId="2147484151"/>
            <pc:sldLayoutMk cId="709274629" sldId="2147484153"/>
          </pc:sldLayoutMkLst>
        </pc:sldLayoutChg>
        <pc:sldLayoutChg chg="modSp del">
          <pc:chgData name="Darshan Sarojini" userId="07b82a2003645659" providerId="LiveId" clId="{11246702-3B00-4EF4-A4C0-FD3FA5A08CA9}" dt="2023-01-24T03:24:51.492" v="2355" actId="2696"/>
          <pc:sldLayoutMkLst>
            <pc:docMk/>
            <pc:sldMasterMk cId="3278790779" sldId="2147484151"/>
            <pc:sldLayoutMk cId="2624573770" sldId="2147484154"/>
          </pc:sldLayoutMkLst>
        </pc:sldLayoutChg>
        <pc:sldLayoutChg chg="modSp del">
          <pc:chgData name="Darshan Sarojini" userId="07b82a2003645659" providerId="LiveId" clId="{11246702-3B00-4EF4-A4C0-FD3FA5A08CA9}" dt="2023-01-24T03:24:52.141" v="2356" actId="2696"/>
          <pc:sldLayoutMkLst>
            <pc:docMk/>
            <pc:sldMasterMk cId="3278790779" sldId="2147484151"/>
            <pc:sldLayoutMk cId="826422208" sldId="2147484155"/>
          </pc:sldLayoutMkLst>
        </pc:sldLayoutChg>
        <pc:sldLayoutChg chg="modSp del">
          <pc:chgData name="Darshan Sarojini" userId="07b82a2003645659" providerId="LiveId" clId="{11246702-3B00-4EF4-A4C0-FD3FA5A08CA9}" dt="2023-01-24T03:24:52.811" v="2357" actId="2696"/>
          <pc:sldLayoutMkLst>
            <pc:docMk/>
            <pc:sldMasterMk cId="3278790779" sldId="2147484151"/>
            <pc:sldLayoutMk cId="405218916" sldId="2147484156"/>
          </pc:sldLayoutMkLst>
        </pc:sldLayoutChg>
        <pc:sldLayoutChg chg="modSp del">
          <pc:chgData name="Darshan Sarojini" userId="07b82a2003645659" providerId="LiveId" clId="{11246702-3B00-4EF4-A4C0-FD3FA5A08CA9}" dt="2023-01-24T03:24:42.930" v="2353" actId="2696"/>
          <pc:sldLayoutMkLst>
            <pc:docMk/>
            <pc:sldMasterMk cId="3278790779" sldId="2147484151"/>
            <pc:sldLayoutMk cId="2693886533" sldId="2147484157"/>
          </pc:sldLayoutMkLst>
        </pc:sldLayoutChg>
        <pc:sldLayoutChg chg="addSp delSp modSp mod">
          <pc:chgData name="Darshan Sarojini" userId="07b82a2003645659" providerId="LiveId" clId="{11246702-3B00-4EF4-A4C0-FD3FA5A08CA9}" dt="2023-01-24T03:38:04.592" v="2525" actId="1076"/>
          <pc:sldLayoutMkLst>
            <pc:docMk/>
            <pc:sldMasterMk cId="3278790779" sldId="2147484151"/>
            <pc:sldLayoutMk cId="1596868637" sldId="2147484158"/>
          </pc:sldLayoutMkLst>
        </pc:sldLayoutChg>
        <pc:sldLayoutChg chg="addSp delSp modSp new mod">
          <pc:chgData name="Darshan Sarojini" userId="07b82a2003645659" providerId="LiveId" clId="{11246702-3B00-4EF4-A4C0-FD3FA5A08CA9}" dt="2023-01-24T03:48:33.158" v="2562" actId="6014"/>
          <pc:sldLayoutMkLst>
            <pc:docMk/>
            <pc:sldMasterMk cId="3278790779" sldId="2147484151"/>
            <pc:sldLayoutMk cId="133989312" sldId="2147484159"/>
          </pc:sldLayoutMkLst>
        </pc:sldLayoutChg>
        <pc:sldLayoutChg chg="new del mod">
          <pc:chgData name="Darshan Sarojini" userId="07b82a2003645659" providerId="LiveId" clId="{11246702-3B00-4EF4-A4C0-FD3FA5A08CA9}" dt="2023-01-24T03:31:31.097" v="2494" actId="11236"/>
          <pc:sldLayoutMkLst>
            <pc:docMk/>
            <pc:sldMasterMk cId="3278790779" sldId="2147484151"/>
            <pc:sldLayoutMk cId="1605038435" sldId="2147484159"/>
          </pc:sldLayoutMkLst>
        </pc:sldLayoutChg>
        <pc:sldLayoutChg chg="modSp del">
          <pc:chgData name="Darshan Sarojini" userId="07b82a2003645659" providerId="LiveId" clId="{11246702-3B00-4EF4-A4C0-FD3FA5A08CA9}" dt="2023-01-24T03:24:22.420" v="2348" actId="2696"/>
          <pc:sldLayoutMkLst>
            <pc:docMk/>
            <pc:sldMasterMk cId="3278790779" sldId="2147484151"/>
            <pc:sldLayoutMk cId="1839095728" sldId="2147484159"/>
          </pc:sldLayoutMkLst>
        </pc:sldLayoutChg>
        <pc:sldLayoutChg chg="new del mod">
          <pc:chgData name="Darshan Sarojini" userId="07b82a2003645659" providerId="LiveId" clId="{11246702-3B00-4EF4-A4C0-FD3FA5A08CA9}" dt="2023-01-24T03:40:59.926" v="2539" actId="11236"/>
          <pc:sldLayoutMkLst>
            <pc:docMk/>
            <pc:sldMasterMk cId="3278790779" sldId="2147484151"/>
            <pc:sldLayoutMk cId="180613435" sldId="2147484160"/>
          </pc:sldLayoutMkLst>
        </pc:sldLayoutChg>
        <pc:sldLayoutChg chg="modSp del">
          <pc:chgData name="Darshan Sarojini" userId="07b82a2003645659" providerId="LiveId" clId="{11246702-3B00-4EF4-A4C0-FD3FA5A08CA9}" dt="2023-01-24T03:24:22.433" v="2349" actId="2696"/>
          <pc:sldLayoutMkLst>
            <pc:docMk/>
            <pc:sldMasterMk cId="3278790779" sldId="2147484151"/>
            <pc:sldLayoutMk cId="1355029262" sldId="2147484160"/>
          </pc:sldLayoutMkLst>
        </pc:sldLayoutChg>
        <pc:sldLayoutChg chg="del">
          <pc:chgData name="Darshan Sarojini" userId="07b82a2003645659" providerId="LiveId" clId="{11246702-3B00-4EF4-A4C0-FD3FA5A08CA9}" dt="2023-01-24T03:24:22.447" v="2350" actId="2696"/>
          <pc:sldLayoutMkLst>
            <pc:docMk/>
            <pc:sldMasterMk cId="3278790779" sldId="2147484151"/>
            <pc:sldLayoutMk cId="2213020295" sldId="2147484161"/>
          </pc:sldLayoutMkLst>
        </pc:sldLayoutChg>
        <pc:sldLayoutChg chg="modSp del">
          <pc:chgData name="Darshan Sarojini" userId="07b82a2003645659" providerId="LiveId" clId="{11246702-3B00-4EF4-A4C0-FD3FA5A08CA9}" dt="2023-01-24T03:24:22.464" v="2351" actId="2696"/>
          <pc:sldLayoutMkLst>
            <pc:docMk/>
            <pc:sldMasterMk cId="3278790779" sldId="2147484151"/>
            <pc:sldLayoutMk cId="3285238005" sldId="2147484162"/>
          </pc:sldLayoutMkLst>
        </pc:sldLayoutChg>
        <pc:sldLayoutChg chg="new del mod replId">
          <pc:chgData name="Darshan Sarojini" userId="07b82a2003645659" providerId="LiveId" clId="{11246702-3B00-4EF4-A4C0-FD3FA5A08CA9}" dt="2023-01-24T03:32:34.895" v="2500" actId="11236"/>
          <pc:sldLayoutMkLst>
            <pc:docMk/>
            <pc:sldMasterMk cId="3278790779" sldId="2147484151"/>
            <pc:sldLayoutMk cId="3349646331" sldId="2147484162"/>
          </pc:sldLayoutMkLst>
        </pc:sldLayoutChg>
        <pc:sldLayoutChg chg="del">
          <pc:chgData name="Darshan Sarojini" userId="07b82a2003645659" providerId="LiveId" clId="{11246702-3B00-4EF4-A4C0-FD3FA5A08CA9}" dt="2023-01-24T03:24:16.720" v="2347" actId="2696"/>
          <pc:sldLayoutMkLst>
            <pc:docMk/>
            <pc:sldMasterMk cId="3278790779" sldId="2147484151"/>
            <pc:sldLayoutMk cId="3394539733" sldId="2147484163"/>
          </pc:sldLayoutMkLst>
        </pc:sldLayoutChg>
        <pc:sldLayoutChg chg="modSp del">
          <pc:chgData name="Darshan Sarojini" userId="07b82a2003645659" providerId="LiveId" clId="{11246702-3B00-4EF4-A4C0-FD3FA5A08CA9}" dt="2023-01-24T03:24:22.476" v="2352" actId="2696"/>
          <pc:sldLayoutMkLst>
            <pc:docMk/>
            <pc:sldMasterMk cId="3278790779" sldId="2147484151"/>
            <pc:sldLayoutMk cId="2490268904" sldId="2147484164"/>
          </pc:sldLayoutMkLst>
        </pc:sldLayoutChg>
      </pc:sldMasterChg>
      <pc:sldMasterChg chg="modSp new del mod addSldLayout delSldLayout">
        <pc:chgData name="Darshan Sarojini" userId="07b82a2003645659" providerId="LiveId" clId="{11246702-3B00-4EF4-A4C0-FD3FA5A08CA9}" dt="2023-01-24T03:28:12.884" v="2451" actId="6938"/>
        <pc:sldMasterMkLst>
          <pc:docMk/>
          <pc:sldMasterMk cId="542544213" sldId="2147484159"/>
        </pc:sldMasterMkLst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903094445" sldId="2147484160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592144741" sldId="2147484161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3339653639" sldId="2147484162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3176072481" sldId="2147484163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2100051122" sldId="2147484164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3451621432" sldId="2147484165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4052253094" sldId="2147484166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1049501713" sldId="2147484167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544261927" sldId="2147484168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654888766" sldId="2147484169"/>
          </pc:sldLayoutMkLst>
        </pc:sldLayoutChg>
        <pc:sldLayoutChg chg="new del replId">
          <pc:chgData name="Darshan Sarojini" userId="07b82a2003645659" providerId="LiveId" clId="{11246702-3B00-4EF4-A4C0-FD3FA5A08CA9}" dt="2023-01-24T03:28:12.884" v="2451" actId="6938"/>
          <pc:sldLayoutMkLst>
            <pc:docMk/>
            <pc:sldMasterMk cId="542544213" sldId="2147484159"/>
            <pc:sldLayoutMk cId="1218653077" sldId="2147484170"/>
          </pc:sldLayoutMkLst>
        </pc:sldLayoutChg>
      </pc:sldMasterChg>
      <pc:sldMasterChg chg="add del mod addSldLayout delSldLayout modSldLayout">
        <pc:chgData name="Darshan Sarojini" userId="07b82a2003645659" providerId="LiveId" clId="{11246702-3B00-4EF4-A4C0-FD3FA5A08CA9}" dt="2023-01-24T03:32:37.001" v="2501" actId="2890"/>
        <pc:sldMasterMkLst>
          <pc:docMk/>
          <pc:sldMasterMk cId="934562675" sldId="2147484159"/>
        </pc:sldMasterMkLst>
        <pc:sldLayoutChg chg="add del mod replId">
          <pc:chgData name="Darshan Sarojini" userId="07b82a2003645659" providerId="LiveId" clId="{11246702-3B00-4EF4-A4C0-FD3FA5A08CA9}" dt="2023-01-24T03:32:37.001" v="2501" actId="2890"/>
          <pc:sldLayoutMkLst>
            <pc:docMk/>
            <pc:sldMasterMk cId="934562675" sldId="2147484159"/>
            <pc:sldLayoutMk cId="2679168750" sldId="2147484160"/>
          </pc:sldLayoutMkLst>
        </pc:sldLayoutChg>
        <pc:sldLayoutChg chg="add del mod replId">
          <pc:chgData name="Darshan Sarojini" userId="07b82a2003645659" providerId="LiveId" clId="{11246702-3B00-4EF4-A4C0-FD3FA5A08CA9}" dt="2023-01-24T03:32:37.001" v="2501" actId="2890"/>
          <pc:sldLayoutMkLst>
            <pc:docMk/>
            <pc:sldMasterMk cId="934562675" sldId="2147484159"/>
            <pc:sldLayoutMk cId="309838924" sldId="2147484161"/>
          </pc:sldLayoutMkLst>
        </pc:sldLayoutChg>
      </pc:sldMasterChg>
      <pc:sldMasterChg chg="modSp new del mod addSldLayout delSldLayout">
        <pc:chgData name="Darshan Sarojini" userId="07b82a2003645659" providerId="LiveId" clId="{11246702-3B00-4EF4-A4C0-FD3FA5A08CA9}" dt="2023-01-24T03:31:55.102" v="2497" actId="6938"/>
        <pc:sldMasterMkLst>
          <pc:docMk/>
          <pc:sldMasterMk cId="991791302" sldId="2147484159"/>
        </pc:sldMasterMkLst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1008810962" sldId="2147484160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291318839" sldId="2147484161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2208937757" sldId="2147484162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3685081976" sldId="2147484163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1132775660" sldId="2147484164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3624154846" sldId="2147484165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1959000094" sldId="2147484166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2049538582" sldId="2147484167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230159381" sldId="2147484168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3646301813" sldId="2147484169"/>
          </pc:sldLayoutMkLst>
        </pc:sldLayoutChg>
        <pc:sldLayoutChg chg="new del replId">
          <pc:chgData name="Darshan Sarojini" userId="07b82a2003645659" providerId="LiveId" clId="{11246702-3B00-4EF4-A4C0-FD3FA5A08CA9}" dt="2023-01-24T03:31:55.102" v="2497" actId="6938"/>
          <pc:sldLayoutMkLst>
            <pc:docMk/>
            <pc:sldMasterMk cId="991791302" sldId="2147484159"/>
            <pc:sldLayoutMk cId="1449687892" sldId="2147484170"/>
          </pc:sldLayoutMkLst>
        </pc:sldLayoutChg>
      </pc:sldMasterChg>
      <pc:sldMasterChg chg="modSp add mod addSldLayout modSldLayout">
        <pc:chgData name="Darshan Sarojini" userId="07b82a2003645659" providerId="LiveId" clId="{11246702-3B00-4EF4-A4C0-FD3FA5A08CA9}" dt="2023-01-24T03:48:42.257" v="2563" actId="6014"/>
        <pc:sldMasterMkLst>
          <pc:docMk/>
          <pc:sldMasterMk cId="2499216324" sldId="2147484160"/>
        </pc:sldMasterMkLst>
        <pc:sldLayoutChg chg="add mod replId">
          <pc:chgData name="Darshan Sarojini" userId="07b82a2003645659" providerId="LiveId" clId="{11246702-3B00-4EF4-A4C0-FD3FA5A08CA9}" dt="2023-01-24T03:42:35.620" v="2542" actId="2890"/>
          <pc:sldLayoutMkLst>
            <pc:docMk/>
            <pc:sldMasterMk cId="2499216324" sldId="2147484160"/>
            <pc:sldLayoutMk cId="4201520381" sldId="2147484161"/>
          </pc:sldLayoutMkLst>
        </pc:sldLayoutChg>
        <pc:sldLayoutChg chg="add mod replId">
          <pc:chgData name="Darshan Sarojini" userId="07b82a2003645659" providerId="LiveId" clId="{11246702-3B00-4EF4-A4C0-FD3FA5A08CA9}" dt="2023-01-24T03:48:42.257" v="2563" actId="6014"/>
          <pc:sldLayoutMkLst>
            <pc:docMk/>
            <pc:sldMasterMk cId="2499216324" sldId="2147484160"/>
            <pc:sldLayoutMk cId="2551733921" sldId="2147484162"/>
          </pc:sldLayoutMkLst>
        </pc:sldLayoutChg>
        <pc:sldLayoutChg chg="add mod replId">
          <pc:chgData name="Darshan Sarojini" userId="07b82a2003645659" providerId="LiveId" clId="{11246702-3B00-4EF4-A4C0-FD3FA5A08CA9}" dt="2023-01-24T03:42:35.620" v="2542" actId="2890"/>
          <pc:sldLayoutMkLst>
            <pc:docMk/>
            <pc:sldMasterMk cId="2499216324" sldId="2147484160"/>
            <pc:sldLayoutMk cId="3230285234" sldId="2147484163"/>
          </pc:sldLayoutMkLst>
        </pc:sldLayoutChg>
      </pc:sldMasterChg>
      <pc:sldMasterChg chg="modSp add mod addSldLayout modSldLayout">
        <pc:chgData name="Darshan Sarojini" userId="07b82a2003645659" providerId="LiveId" clId="{11246702-3B00-4EF4-A4C0-FD3FA5A08CA9}" dt="2023-01-24T03:48:50.181" v="2564" actId="6014"/>
        <pc:sldMasterMkLst>
          <pc:docMk/>
          <pc:sldMasterMk cId="424399991" sldId="2147484164"/>
        </pc:sldMasterMkLst>
        <pc:sldLayoutChg chg="add mod replId">
          <pc:chgData name="Darshan Sarojini" userId="07b82a2003645659" providerId="LiveId" clId="{11246702-3B00-4EF4-A4C0-FD3FA5A08CA9}" dt="2023-01-24T03:44:22.359" v="2546" actId="2890"/>
          <pc:sldLayoutMkLst>
            <pc:docMk/>
            <pc:sldMasterMk cId="424399991" sldId="2147484164"/>
            <pc:sldLayoutMk cId="3708031942" sldId="2147484165"/>
          </pc:sldLayoutMkLst>
        </pc:sldLayoutChg>
        <pc:sldLayoutChg chg="add mod replId">
          <pc:chgData name="Darshan Sarojini" userId="07b82a2003645659" providerId="LiveId" clId="{11246702-3B00-4EF4-A4C0-FD3FA5A08CA9}" dt="2023-01-24T03:48:50.181" v="2564" actId="6014"/>
          <pc:sldLayoutMkLst>
            <pc:docMk/>
            <pc:sldMasterMk cId="424399991" sldId="2147484164"/>
            <pc:sldLayoutMk cId="3513164426" sldId="2147484166"/>
          </pc:sldLayoutMkLst>
        </pc:sldLayoutChg>
        <pc:sldLayoutChg chg="add mod replId">
          <pc:chgData name="Darshan Sarojini" userId="07b82a2003645659" providerId="LiveId" clId="{11246702-3B00-4EF4-A4C0-FD3FA5A08CA9}" dt="2023-01-24T03:44:22.359" v="2546" actId="2890"/>
          <pc:sldLayoutMkLst>
            <pc:docMk/>
            <pc:sldMasterMk cId="424399991" sldId="2147484164"/>
            <pc:sldLayoutMk cId="2770270020" sldId="2147484167"/>
          </pc:sldLayoutMkLst>
        </pc:sldLayoutChg>
      </pc:sldMasterChg>
      <pc:sldMasterChg chg="modSp add mod addSldLayout modSldLayout">
        <pc:chgData name="Darshan Sarojini" userId="07b82a2003645659" providerId="LiveId" clId="{11246702-3B00-4EF4-A4C0-FD3FA5A08CA9}" dt="2023-01-24T03:48:58.825" v="2565" actId="6014"/>
        <pc:sldMasterMkLst>
          <pc:docMk/>
          <pc:sldMasterMk cId="3404285698" sldId="2147484168"/>
        </pc:sldMasterMkLst>
        <pc:sldLayoutChg chg="add mod replId">
          <pc:chgData name="Darshan Sarojini" userId="07b82a2003645659" providerId="LiveId" clId="{11246702-3B00-4EF4-A4C0-FD3FA5A08CA9}" dt="2023-01-24T03:44:43.377" v="2550" actId="2890"/>
          <pc:sldLayoutMkLst>
            <pc:docMk/>
            <pc:sldMasterMk cId="3404285698" sldId="2147484168"/>
            <pc:sldLayoutMk cId="151105763" sldId="2147484169"/>
          </pc:sldLayoutMkLst>
        </pc:sldLayoutChg>
        <pc:sldLayoutChg chg="add mod replId">
          <pc:chgData name="Darshan Sarojini" userId="07b82a2003645659" providerId="LiveId" clId="{11246702-3B00-4EF4-A4C0-FD3FA5A08CA9}" dt="2023-01-24T03:48:58.825" v="2565" actId="6014"/>
          <pc:sldLayoutMkLst>
            <pc:docMk/>
            <pc:sldMasterMk cId="3404285698" sldId="2147484168"/>
            <pc:sldLayoutMk cId="1180718328" sldId="2147484170"/>
          </pc:sldLayoutMkLst>
        </pc:sldLayoutChg>
        <pc:sldLayoutChg chg="add mod replId">
          <pc:chgData name="Darshan Sarojini" userId="07b82a2003645659" providerId="LiveId" clId="{11246702-3B00-4EF4-A4C0-FD3FA5A08CA9}" dt="2023-01-24T03:44:43.377" v="2550" actId="2890"/>
          <pc:sldLayoutMkLst>
            <pc:docMk/>
            <pc:sldMasterMk cId="3404285698" sldId="2147484168"/>
            <pc:sldLayoutMk cId="3105099349" sldId="2147484171"/>
          </pc:sldLayoutMkLst>
        </pc:sldLayoutChg>
      </pc:sldMasterChg>
      <pc:sldMasterChg chg="modSp del delSldLayout modSldLayout">
        <pc:chgData name="Darshan Sarojini" userId="07b82a2003645659" providerId="LiveId" clId="{11246702-3B00-4EF4-A4C0-FD3FA5A08CA9}" dt="2023-01-24T03:25:05.988" v="2375" actId="2696"/>
        <pc:sldMasterMkLst>
          <pc:docMk/>
          <pc:sldMasterMk cId="0" sldId="2147484169"/>
        </pc:sldMasterMkLst>
        <pc:sldLayoutChg chg="del">
          <pc:chgData name="Darshan Sarojini" userId="07b82a2003645659" providerId="LiveId" clId="{11246702-3B00-4EF4-A4C0-FD3FA5A08CA9}" dt="2023-01-24T03:25:05.905" v="2359" actId="2696"/>
          <pc:sldLayoutMkLst>
            <pc:docMk/>
            <pc:sldMasterMk cId="0" sldId="2147484169"/>
            <pc:sldLayoutMk cId="0" sldId="2147483940"/>
          </pc:sldLayoutMkLst>
        </pc:sldLayoutChg>
        <pc:sldLayoutChg chg="modSp del">
          <pc:chgData name="Darshan Sarojini" userId="07b82a2003645659" providerId="LiveId" clId="{11246702-3B00-4EF4-A4C0-FD3FA5A08CA9}" dt="2023-01-24T03:25:05.911" v="2360" actId="2696"/>
          <pc:sldLayoutMkLst>
            <pc:docMk/>
            <pc:sldMasterMk cId="0" sldId="2147484169"/>
            <pc:sldLayoutMk cId="0" sldId="2147483941"/>
          </pc:sldLayoutMkLst>
        </pc:sldLayoutChg>
        <pc:sldLayoutChg chg="modSp del">
          <pc:chgData name="Darshan Sarojini" userId="07b82a2003645659" providerId="LiveId" clId="{11246702-3B00-4EF4-A4C0-FD3FA5A08CA9}" dt="2023-01-24T03:25:05.916" v="2361" actId="2696"/>
          <pc:sldLayoutMkLst>
            <pc:docMk/>
            <pc:sldMasterMk cId="0" sldId="2147484169"/>
            <pc:sldLayoutMk cId="0" sldId="2147483942"/>
          </pc:sldLayoutMkLst>
        </pc:sldLayoutChg>
        <pc:sldLayoutChg chg="modSp del">
          <pc:chgData name="Darshan Sarojini" userId="07b82a2003645659" providerId="LiveId" clId="{11246702-3B00-4EF4-A4C0-FD3FA5A08CA9}" dt="2023-01-24T03:25:05.922" v="2362" actId="2696"/>
          <pc:sldLayoutMkLst>
            <pc:docMk/>
            <pc:sldMasterMk cId="0" sldId="2147484169"/>
            <pc:sldLayoutMk cId="0" sldId="2147483943"/>
          </pc:sldLayoutMkLst>
        </pc:sldLayoutChg>
        <pc:sldLayoutChg chg="del">
          <pc:chgData name="Darshan Sarojini" userId="07b82a2003645659" providerId="LiveId" clId="{11246702-3B00-4EF4-A4C0-FD3FA5A08CA9}" dt="2023-01-24T03:25:05.928" v="2363" actId="2696"/>
          <pc:sldLayoutMkLst>
            <pc:docMk/>
            <pc:sldMasterMk cId="0" sldId="2147484169"/>
            <pc:sldLayoutMk cId="0" sldId="2147483944"/>
          </pc:sldLayoutMkLst>
        </pc:sldLayoutChg>
        <pc:sldLayoutChg chg="del">
          <pc:chgData name="Darshan Sarojini" userId="07b82a2003645659" providerId="LiveId" clId="{11246702-3B00-4EF4-A4C0-FD3FA5A08CA9}" dt="2023-01-24T03:25:05.933" v="2364" actId="2696"/>
          <pc:sldLayoutMkLst>
            <pc:docMk/>
            <pc:sldMasterMk cId="0" sldId="2147484169"/>
            <pc:sldLayoutMk cId="0" sldId="2147483945"/>
          </pc:sldLayoutMkLst>
        </pc:sldLayoutChg>
        <pc:sldLayoutChg chg="modSp del">
          <pc:chgData name="Darshan Sarojini" userId="07b82a2003645659" providerId="LiveId" clId="{11246702-3B00-4EF4-A4C0-FD3FA5A08CA9}" dt="2023-01-24T03:25:05.938" v="2365" actId="2696"/>
          <pc:sldLayoutMkLst>
            <pc:docMk/>
            <pc:sldMasterMk cId="0" sldId="2147484169"/>
            <pc:sldLayoutMk cId="0" sldId="2147483946"/>
          </pc:sldLayoutMkLst>
        </pc:sldLayoutChg>
        <pc:sldLayoutChg chg="modSp del">
          <pc:chgData name="Darshan Sarojini" userId="07b82a2003645659" providerId="LiveId" clId="{11246702-3B00-4EF4-A4C0-FD3FA5A08CA9}" dt="2023-01-24T03:25:05.943" v="2366" actId="2696"/>
          <pc:sldLayoutMkLst>
            <pc:docMk/>
            <pc:sldMasterMk cId="0" sldId="2147484169"/>
            <pc:sldLayoutMk cId="0" sldId="2147483947"/>
          </pc:sldLayoutMkLst>
        </pc:sldLayoutChg>
        <pc:sldLayoutChg chg="del">
          <pc:chgData name="Darshan Sarojini" userId="07b82a2003645659" providerId="LiveId" clId="{11246702-3B00-4EF4-A4C0-FD3FA5A08CA9}" dt="2023-01-24T03:25:05.947" v="2367" actId="2696"/>
          <pc:sldLayoutMkLst>
            <pc:docMk/>
            <pc:sldMasterMk cId="0" sldId="2147484169"/>
            <pc:sldLayoutMk cId="0" sldId="2147483948"/>
          </pc:sldLayoutMkLst>
        </pc:sldLayoutChg>
        <pc:sldLayoutChg chg="modSp del">
          <pc:chgData name="Darshan Sarojini" userId="07b82a2003645659" providerId="LiveId" clId="{11246702-3B00-4EF4-A4C0-FD3FA5A08CA9}" dt="2023-01-24T03:25:05.951" v="2368" actId="2696"/>
          <pc:sldLayoutMkLst>
            <pc:docMk/>
            <pc:sldMasterMk cId="0" sldId="2147484169"/>
            <pc:sldLayoutMk cId="0" sldId="2147483949"/>
          </pc:sldLayoutMkLst>
        </pc:sldLayoutChg>
        <pc:sldLayoutChg chg="modSp del">
          <pc:chgData name="Darshan Sarojini" userId="07b82a2003645659" providerId="LiveId" clId="{11246702-3B00-4EF4-A4C0-FD3FA5A08CA9}" dt="2023-01-24T03:25:05.956" v="2369" actId="2696"/>
          <pc:sldLayoutMkLst>
            <pc:docMk/>
            <pc:sldMasterMk cId="0" sldId="2147484169"/>
            <pc:sldLayoutMk cId="0" sldId="2147483950"/>
          </pc:sldLayoutMkLst>
        </pc:sldLayoutChg>
        <pc:sldLayoutChg chg="modSp del">
          <pc:chgData name="Darshan Sarojini" userId="07b82a2003645659" providerId="LiveId" clId="{11246702-3B00-4EF4-A4C0-FD3FA5A08CA9}" dt="2023-01-24T03:25:05.961" v="2370" actId="2696"/>
          <pc:sldLayoutMkLst>
            <pc:docMk/>
            <pc:sldMasterMk cId="0" sldId="2147484169"/>
            <pc:sldLayoutMk cId="0" sldId="2147483951"/>
          </pc:sldLayoutMkLst>
        </pc:sldLayoutChg>
        <pc:sldLayoutChg chg="modSp del">
          <pc:chgData name="Darshan Sarojini" userId="07b82a2003645659" providerId="LiveId" clId="{11246702-3B00-4EF4-A4C0-FD3FA5A08CA9}" dt="2023-01-24T03:25:05.965" v="2371" actId="2696"/>
          <pc:sldLayoutMkLst>
            <pc:docMk/>
            <pc:sldMasterMk cId="0" sldId="2147484169"/>
            <pc:sldLayoutMk cId="0" sldId="2147483952"/>
          </pc:sldLayoutMkLst>
        </pc:sldLayoutChg>
        <pc:sldLayoutChg chg="modSp del">
          <pc:chgData name="Darshan Sarojini" userId="07b82a2003645659" providerId="LiveId" clId="{11246702-3B00-4EF4-A4C0-FD3FA5A08CA9}" dt="2023-01-24T03:25:05.968" v="2372" actId="2696"/>
          <pc:sldLayoutMkLst>
            <pc:docMk/>
            <pc:sldMasterMk cId="0" sldId="2147484169"/>
            <pc:sldLayoutMk cId="0" sldId="2147483953"/>
          </pc:sldLayoutMkLst>
        </pc:sldLayoutChg>
        <pc:sldLayoutChg chg="modSp del">
          <pc:chgData name="Darshan Sarojini" userId="07b82a2003645659" providerId="LiveId" clId="{11246702-3B00-4EF4-A4C0-FD3FA5A08CA9}" dt="2023-01-24T03:25:05.973" v="2373" actId="2696"/>
          <pc:sldLayoutMkLst>
            <pc:docMk/>
            <pc:sldMasterMk cId="0" sldId="2147484169"/>
            <pc:sldLayoutMk cId="0" sldId="2147483954"/>
          </pc:sldLayoutMkLst>
        </pc:sldLayoutChg>
        <pc:sldLayoutChg chg="modSp del">
          <pc:chgData name="Darshan Sarojini" userId="07b82a2003645659" providerId="LiveId" clId="{11246702-3B00-4EF4-A4C0-FD3FA5A08CA9}" dt="2023-01-24T03:25:05.978" v="2374" actId="2696"/>
          <pc:sldLayoutMkLst>
            <pc:docMk/>
            <pc:sldMasterMk cId="0" sldId="2147484169"/>
            <pc:sldLayoutMk cId="0" sldId="2147483955"/>
          </pc:sldLayoutMkLst>
        </pc:sldLayoutChg>
        <pc:sldLayoutChg chg="modSp del">
          <pc:chgData name="Darshan Sarojini" userId="07b82a2003645659" providerId="LiveId" clId="{11246702-3B00-4EF4-A4C0-FD3FA5A08CA9}" dt="2023-01-24T03:25:05.899" v="2358" actId="2696"/>
          <pc:sldLayoutMkLst>
            <pc:docMk/>
            <pc:sldMasterMk cId="0" sldId="2147484169"/>
            <pc:sldLayoutMk cId="0" sldId="2147483956"/>
          </pc:sldLayoutMkLst>
        </pc:sldLayoutChg>
      </pc:sldMasterChg>
      <pc:sldMasterChg chg="add mod addSldLayout modSldLayout">
        <pc:chgData name="Darshan Sarojini" userId="07b82a2003645659" providerId="LiveId" clId="{11246702-3B00-4EF4-A4C0-FD3FA5A08CA9}" dt="2023-01-24T03:55:02.584" v="2581" actId="2890"/>
        <pc:sldMasterMkLst>
          <pc:docMk/>
          <pc:sldMasterMk cId="1454141871" sldId="2147484172"/>
        </pc:sldMasterMkLst>
        <pc:sldLayoutChg chg="add mod replId">
          <pc:chgData name="Darshan Sarojini" userId="07b82a2003645659" providerId="LiveId" clId="{11246702-3B00-4EF4-A4C0-FD3FA5A08CA9}" dt="2023-01-24T03:55:02.584" v="2581" actId="2890"/>
          <pc:sldLayoutMkLst>
            <pc:docMk/>
            <pc:sldMasterMk cId="1454141871" sldId="2147484172"/>
            <pc:sldLayoutMk cId="2633932449" sldId="2147484173"/>
          </pc:sldLayoutMkLst>
        </pc:sldLayoutChg>
        <pc:sldLayoutChg chg="add mod replId">
          <pc:chgData name="Darshan Sarojini" userId="07b82a2003645659" providerId="LiveId" clId="{11246702-3B00-4EF4-A4C0-FD3FA5A08CA9}" dt="2023-01-24T03:55:02.584" v="2581" actId="2890"/>
          <pc:sldLayoutMkLst>
            <pc:docMk/>
            <pc:sldMasterMk cId="1454141871" sldId="2147484172"/>
            <pc:sldLayoutMk cId="3984052726" sldId="2147484174"/>
          </pc:sldLayoutMkLst>
        </pc:sldLayoutChg>
        <pc:sldLayoutChg chg="add mod replId">
          <pc:chgData name="Darshan Sarojini" userId="07b82a2003645659" providerId="LiveId" clId="{11246702-3B00-4EF4-A4C0-FD3FA5A08CA9}" dt="2023-01-24T03:55:02.584" v="2581" actId="2890"/>
          <pc:sldLayoutMkLst>
            <pc:docMk/>
            <pc:sldMasterMk cId="1454141871" sldId="2147484172"/>
            <pc:sldLayoutMk cId="2935517881" sldId="2147484175"/>
          </pc:sldLayoutMkLst>
        </pc:sldLayoutChg>
      </pc:sldMasterChg>
      <pc:sldMasterChg chg="modSp new del mod addSldLayout delSldLayout">
        <pc:chgData name="Darshan Sarojini" userId="07b82a2003645659" providerId="LiveId" clId="{11246702-3B00-4EF4-A4C0-FD3FA5A08CA9}" dt="2023-01-24T03:46:25.062" v="2558" actId="6938"/>
        <pc:sldMasterMkLst>
          <pc:docMk/>
          <pc:sldMasterMk cId="1803078517" sldId="2147484172"/>
        </pc:sldMasterMkLst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841000049" sldId="2147484173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187617314" sldId="2147484174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602255074" sldId="2147484175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274560349" sldId="2147484176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3610625177" sldId="2147484177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105888058" sldId="2147484178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94447779" sldId="2147484179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3685497206" sldId="2147484180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503406592" sldId="2147484181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1748310981" sldId="2147484182"/>
          </pc:sldLayoutMkLst>
        </pc:sldLayoutChg>
        <pc:sldLayoutChg chg="new del replId">
          <pc:chgData name="Darshan Sarojini" userId="07b82a2003645659" providerId="LiveId" clId="{11246702-3B00-4EF4-A4C0-FD3FA5A08CA9}" dt="2023-01-24T03:46:25.062" v="2558" actId="6938"/>
          <pc:sldLayoutMkLst>
            <pc:docMk/>
            <pc:sldMasterMk cId="1803078517" sldId="2147484172"/>
            <pc:sldLayoutMk cId="2257816596" sldId="2147484183"/>
          </pc:sldLayoutMkLst>
        </pc:sldLayoutChg>
      </pc:sldMasterChg>
      <pc:sldMasterChg chg="modSp new del mod addSldLayout delSldLayout">
        <pc:chgData name="Darshan Sarojini" userId="07b82a2003645659" providerId="LiveId" clId="{11246702-3B00-4EF4-A4C0-FD3FA5A08CA9}" dt="2023-01-24T03:49:59.865" v="2571" actId="6938"/>
        <pc:sldMasterMkLst>
          <pc:docMk/>
          <pc:sldMasterMk cId="3419784674" sldId="2147484172"/>
        </pc:sldMasterMkLst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531418716" sldId="2147484173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1900391991" sldId="2147484174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90698315" sldId="2147484175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139736923" sldId="2147484176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1108575434" sldId="2147484177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477446131" sldId="2147484178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071952296" sldId="2147484179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1471474178" sldId="2147484180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1467282673" sldId="2147484181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700385764" sldId="2147484182"/>
          </pc:sldLayoutMkLst>
        </pc:sldLayoutChg>
        <pc:sldLayoutChg chg="new del replId">
          <pc:chgData name="Darshan Sarojini" userId="07b82a2003645659" providerId="LiveId" clId="{11246702-3B00-4EF4-A4C0-FD3FA5A08CA9}" dt="2023-01-24T03:49:59.865" v="2571" actId="6938"/>
          <pc:sldLayoutMkLst>
            <pc:docMk/>
            <pc:sldMasterMk cId="3419784674" sldId="2147484172"/>
            <pc:sldLayoutMk cId="3436704556" sldId="2147484183"/>
          </pc:sldLayoutMkLst>
        </pc:sldLayoutChg>
      </pc:sldMasterChg>
      <pc:sldMasterChg chg="modSp new del mod addSldLayout delSldLayout">
        <pc:chgData name="Darshan Sarojini" userId="07b82a2003645659" providerId="LiveId" clId="{11246702-3B00-4EF4-A4C0-FD3FA5A08CA9}" dt="2023-01-24T03:49:45.802" v="2568" actId="6938"/>
        <pc:sldMasterMkLst>
          <pc:docMk/>
          <pc:sldMasterMk cId="4168091213" sldId="2147484172"/>
        </pc:sldMasterMkLst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899617276" sldId="2147484173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983379097" sldId="2147484174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2892518327" sldId="2147484175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282985342" sldId="2147484176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165385880" sldId="2147484177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243606939" sldId="2147484178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642397825" sldId="2147484179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255904957" sldId="2147484180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872557992" sldId="2147484181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2511747931" sldId="2147484182"/>
          </pc:sldLayoutMkLst>
        </pc:sldLayoutChg>
        <pc:sldLayoutChg chg="new del replId">
          <pc:chgData name="Darshan Sarojini" userId="07b82a2003645659" providerId="LiveId" clId="{11246702-3B00-4EF4-A4C0-FD3FA5A08CA9}" dt="2023-01-24T03:49:45.802" v="2568" actId="6938"/>
          <pc:sldLayoutMkLst>
            <pc:docMk/>
            <pc:sldMasterMk cId="4168091213" sldId="2147484172"/>
            <pc:sldLayoutMk cId="1184311650" sldId="2147484183"/>
          </pc:sldLayoutMkLst>
        </pc:sldLayoutChg>
      </pc:sldMasterChg>
    </pc:docChg>
  </pc:docChgLst>
  <pc:docChgLst>
    <pc:chgData name="Darshan Sarojini" userId="07b82a2003645659" providerId="LiveId" clId="{9E3A4EF3-5CC4-4F85-BA0B-D8EBDA35E4A0}"/>
    <pc:docChg chg="undo custSel addSld modSld modSection">
      <pc:chgData name="Darshan Sarojini" userId="07b82a2003645659" providerId="LiveId" clId="{9E3A4EF3-5CC4-4F85-BA0B-D8EBDA35E4A0}" dt="2023-02-01T02:16:25.076" v="817" actId="20577"/>
      <pc:docMkLst>
        <pc:docMk/>
      </pc:docMkLst>
      <pc:sldChg chg="modSp mod">
        <pc:chgData name="Darshan Sarojini" userId="07b82a2003645659" providerId="LiveId" clId="{9E3A4EF3-5CC4-4F85-BA0B-D8EBDA35E4A0}" dt="2023-02-01T01:58:07.433" v="16" actId="1076"/>
        <pc:sldMkLst>
          <pc:docMk/>
          <pc:sldMk cId="695528894" sldId="259"/>
        </pc:sldMkLst>
      </pc:sldChg>
      <pc:sldChg chg="modSp mod">
        <pc:chgData name="Darshan Sarojini" userId="07b82a2003645659" providerId="LiveId" clId="{9E3A4EF3-5CC4-4F85-BA0B-D8EBDA35E4A0}" dt="2023-02-01T02:12:30.992" v="751" actId="207"/>
        <pc:sldMkLst>
          <pc:docMk/>
          <pc:sldMk cId="37320361" sldId="265"/>
        </pc:sldMkLst>
      </pc:sldChg>
      <pc:sldChg chg="modSp mod">
        <pc:chgData name="Darshan Sarojini" userId="07b82a2003645659" providerId="LiveId" clId="{9E3A4EF3-5CC4-4F85-BA0B-D8EBDA35E4A0}" dt="2023-02-01T02:12:51.134" v="771" actId="20577"/>
        <pc:sldMkLst>
          <pc:docMk/>
          <pc:sldMk cId="1869964626" sldId="266"/>
        </pc:sldMkLst>
      </pc:sldChg>
      <pc:sldChg chg="modSp mod">
        <pc:chgData name="Darshan Sarojini" userId="07b82a2003645659" providerId="LiveId" clId="{9E3A4EF3-5CC4-4F85-BA0B-D8EBDA35E4A0}" dt="2023-02-01T02:13:04.617" v="781" actId="20577"/>
        <pc:sldMkLst>
          <pc:docMk/>
          <pc:sldMk cId="683115623" sldId="270"/>
        </pc:sldMkLst>
      </pc:sldChg>
      <pc:sldChg chg="modSp mod">
        <pc:chgData name="Darshan Sarojini" userId="07b82a2003645659" providerId="LiveId" clId="{9E3A4EF3-5CC4-4F85-BA0B-D8EBDA35E4A0}" dt="2023-02-01T02:16:25.076" v="817" actId="20577"/>
        <pc:sldMkLst>
          <pc:docMk/>
          <pc:sldMk cId="2316309460" sldId="301"/>
        </pc:sldMkLst>
      </pc:sldChg>
      <pc:sldChg chg="modSp mod">
        <pc:chgData name="Darshan Sarojini" userId="07b82a2003645659" providerId="LiveId" clId="{9E3A4EF3-5CC4-4F85-BA0B-D8EBDA35E4A0}" dt="2023-02-01T02:05:12.200" v="633" actId="114"/>
        <pc:sldMkLst>
          <pc:docMk/>
          <pc:sldMk cId="3801504330" sldId="305"/>
        </pc:sldMkLst>
      </pc:sldChg>
      <pc:sldChg chg="modSp mod">
        <pc:chgData name="Darshan Sarojini" userId="07b82a2003645659" providerId="LiveId" clId="{9E3A4EF3-5CC4-4F85-BA0B-D8EBDA35E4A0}" dt="2023-02-01T02:07:37.408" v="726" actId="27636"/>
        <pc:sldMkLst>
          <pc:docMk/>
          <pc:sldMk cId="2611676271" sldId="306"/>
        </pc:sldMkLst>
      </pc:sldChg>
      <pc:sldChg chg="modSp new mod">
        <pc:chgData name="Darshan Sarojini" userId="07b82a2003645659" providerId="LiveId" clId="{9E3A4EF3-5CC4-4F85-BA0B-D8EBDA35E4A0}" dt="2023-02-01T02:15:20.588" v="782" actId="20577"/>
        <pc:sldMkLst>
          <pc:docMk/>
          <pc:sldMk cId="2824738046" sldId="310"/>
        </pc:sldMkLst>
      </pc:sldChg>
    </pc:docChg>
  </pc:docChgLst>
  <pc:docChgLst>
    <pc:chgData name="Darshan Sarojini" userId="07b82a2003645659" providerId="LiveId" clId="{E6C97F60-D450-493D-884E-BC4E2B201B4B}"/>
    <pc:docChg chg="undo redo custSel addSld delSld modSld sldOrd addSection modSection">
      <pc:chgData name="Darshan Sarojini" userId="07b82a2003645659" providerId="LiveId" clId="{E6C97F60-D450-493D-884E-BC4E2B201B4B}" dt="2023-01-17T00:51:15.958" v="4824" actId="20577"/>
      <pc:docMkLst>
        <pc:docMk/>
      </pc:docMkLst>
      <pc:sldChg chg="modAnim">
        <pc:chgData name="Darshan Sarojini" userId="07b82a2003645659" providerId="LiveId" clId="{E6C97F60-D450-493D-884E-BC4E2B201B4B}" dt="2023-01-16T23:21:59.343" v="4388"/>
        <pc:sldMkLst>
          <pc:docMk/>
          <pc:sldMk cId="4154670810" sldId="1275"/>
        </pc:sldMkLst>
      </pc:sldChg>
      <pc:sldChg chg="modAnim">
        <pc:chgData name="Darshan Sarojini" userId="07b82a2003645659" providerId="LiveId" clId="{E6C97F60-D450-493D-884E-BC4E2B201B4B}" dt="2023-01-16T23:21:54.127" v="4387"/>
        <pc:sldMkLst>
          <pc:docMk/>
          <pc:sldMk cId="807833602" sldId="1276"/>
        </pc:sldMkLst>
      </pc:sldChg>
      <pc:sldChg chg="modAnim">
        <pc:chgData name="Darshan Sarojini" userId="07b82a2003645659" providerId="LiveId" clId="{E6C97F60-D450-493D-884E-BC4E2B201B4B}" dt="2023-01-16T23:22:17.359" v="4390"/>
        <pc:sldMkLst>
          <pc:docMk/>
          <pc:sldMk cId="868496605" sldId="1279"/>
        </pc:sldMkLst>
      </pc:sldChg>
      <pc:sldChg chg="modSp mod modAnim modNotesTx">
        <pc:chgData name="Darshan Sarojini" userId="07b82a2003645659" providerId="LiveId" clId="{E6C97F60-D450-493D-884E-BC4E2B201B4B}" dt="2023-01-17T00:49:25.553" v="4720" actId="20577"/>
        <pc:sldMkLst>
          <pc:docMk/>
          <pc:sldMk cId="1529713977" sldId="1281"/>
        </pc:sldMkLst>
      </pc:sldChg>
      <pc:sldChg chg="modAnim">
        <pc:chgData name="Darshan Sarojini" userId="07b82a2003645659" providerId="LiveId" clId="{E6C97F60-D450-493D-884E-BC4E2B201B4B}" dt="2023-01-16T23:22:41.083" v="4391"/>
        <pc:sldMkLst>
          <pc:docMk/>
          <pc:sldMk cId="515171892" sldId="1282"/>
        </pc:sldMkLst>
      </pc:sldChg>
      <pc:sldChg chg="modSp mod modAnim modNotesTx">
        <pc:chgData name="Darshan Sarojini" userId="07b82a2003645659" providerId="LiveId" clId="{E6C97F60-D450-493D-884E-BC4E2B201B4B}" dt="2023-01-17T00:44:52.543" v="4585" actId="20577"/>
        <pc:sldMkLst>
          <pc:docMk/>
          <pc:sldMk cId="919158047" sldId="1283"/>
        </pc:sldMkLst>
      </pc:sldChg>
      <pc:sldChg chg="addSp delSp modSp mod">
        <pc:chgData name="Darshan Sarojini" userId="07b82a2003645659" providerId="LiveId" clId="{E6C97F60-D450-493D-884E-BC4E2B201B4B}" dt="2023-01-16T23:29:04.173" v="4426"/>
        <pc:sldMkLst>
          <pc:docMk/>
          <pc:sldMk cId="1158599371" sldId="1284"/>
        </pc:sldMkLst>
      </pc:sldChg>
      <pc:sldChg chg="mod ord modShow">
        <pc:chgData name="Darshan Sarojini" userId="07b82a2003645659" providerId="LiveId" clId="{E6C97F60-D450-493D-884E-BC4E2B201B4B}" dt="2023-01-15T02:24:01.951" v="4386"/>
        <pc:sldMkLst>
          <pc:docMk/>
          <pc:sldMk cId="657578989" sldId="1286"/>
        </pc:sldMkLst>
      </pc:sldChg>
      <pc:sldChg chg="modNotesTx">
        <pc:chgData name="Darshan Sarojini" userId="07b82a2003645659" providerId="LiveId" clId="{E6C97F60-D450-493D-884E-BC4E2B201B4B}" dt="2023-01-17T00:51:15.958" v="4824" actId="20577"/>
        <pc:sldMkLst>
          <pc:docMk/>
          <pc:sldMk cId="2349127837" sldId="1288"/>
        </pc:sldMkLst>
      </pc:sldChg>
      <pc:sldChg chg="addSp delSp modSp mod">
        <pc:chgData name="Darshan Sarojini" userId="07b82a2003645659" providerId="LiveId" clId="{E6C97F60-D450-493D-884E-BC4E2B201B4B}" dt="2023-01-16T23:28:46.164" v="4423"/>
        <pc:sldMkLst>
          <pc:docMk/>
          <pc:sldMk cId="758098904" sldId="1290"/>
        </pc:sldMkLst>
      </pc:sldChg>
      <pc:sldChg chg="mod ord modShow">
        <pc:chgData name="Darshan Sarojini" userId="07b82a2003645659" providerId="LiveId" clId="{E6C97F60-D450-493D-884E-BC4E2B201B4B}" dt="2023-01-15T02:20:47.805" v="4382"/>
        <pc:sldMkLst>
          <pc:docMk/>
          <pc:sldMk cId="2693147136" sldId="1291"/>
        </pc:sldMkLst>
      </pc:sldChg>
      <pc:sldChg chg="mod ord modShow">
        <pc:chgData name="Darshan Sarojini" userId="07b82a2003645659" providerId="LiveId" clId="{E6C97F60-D450-493D-884E-BC4E2B201B4B}" dt="2023-01-15T02:20:47.805" v="4382"/>
        <pc:sldMkLst>
          <pc:docMk/>
          <pc:sldMk cId="2133372909" sldId="1292"/>
        </pc:sldMkLst>
      </pc:sldChg>
      <pc:sldChg chg="modAnim">
        <pc:chgData name="Darshan Sarojini" userId="07b82a2003645659" providerId="LiveId" clId="{E6C97F60-D450-493D-884E-BC4E2B201B4B}" dt="2023-01-16T23:24:23.151" v="4401"/>
        <pc:sldMkLst>
          <pc:docMk/>
          <pc:sldMk cId="1144608680" sldId="1294"/>
        </pc:sldMkLst>
      </pc:sldChg>
      <pc:sldChg chg="addSp delSp modSp mod">
        <pc:chgData name="Darshan Sarojini" userId="07b82a2003645659" providerId="LiveId" clId="{E6C97F60-D450-493D-884E-BC4E2B201B4B}" dt="2023-01-16T23:29:21.769" v="4429"/>
        <pc:sldMkLst>
          <pc:docMk/>
          <pc:sldMk cId="378023612" sldId="1300"/>
        </pc:sldMkLst>
      </pc:sldChg>
      <pc:sldChg chg="modAnim">
        <pc:chgData name="Darshan Sarojini" userId="07b82a2003645659" providerId="LiveId" clId="{E6C97F60-D450-493D-884E-BC4E2B201B4B}" dt="2023-01-16T23:25:20.389" v="4402"/>
        <pc:sldMkLst>
          <pc:docMk/>
          <pc:sldMk cId="1166411151" sldId="1301"/>
        </pc:sldMkLst>
      </pc:sldChg>
      <pc:sldChg chg="addSp delSp modSp mod ord delAnim">
        <pc:chgData name="Darshan Sarojini" userId="07b82a2003645659" providerId="LiveId" clId="{E6C97F60-D450-493D-884E-BC4E2B201B4B}" dt="2023-01-14T19:04:29.119" v="1392"/>
        <pc:sldMkLst>
          <pc:docMk/>
          <pc:sldMk cId="4257037365" sldId="1302"/>
        </pc:sldMkLst>
      </pc:sldChg>
      <pc:sldChg chg="addSp delSp modSp mod delAnim modAnim">
        <pc:chgData name="Darshan Sarojini" userId="07b82a2003645659" providerId="LiveId" clId="{E6C97F60-D450-493D-884E-BC4E2B201B4B}" dt="2023-01-15T02:11:20.662" v="4357"/>
        <pc:sldMkLst>
          <pc:docMk/>
          <pc:sldMk cId="586185233" sldId="1303"/>
        </pc:sldMkLst>
      </pc:sldChg>
      <pc:sldChg chg="addSp delSp modSp mod modAnim">
        <pc:chgData name="Darshan Sarojini" userId="07b82a2003645659" providerId="LiveId" clId="{E6C97F60-D450-493D-884E-BC4E2B201B4B}" dt="2023-01-15T02:11:24.772" v="4359"/>
        <pc:sldMkLst>
          <pc:docMk/>
          <pc:sldMk cId="4238969495" sldId="1304"/>
        </pc:sldMkLst>
      </pc:sldChg>
      <pc:sldChg chg="delSp del mod">
        <pc:chgData name="Darshan Sarojini" userId="07b82a2003645659" providerId="LiveId" clId="{E6C97F60-D450-493D-884E-BC4E2B201B4B}" dt="2023-01-14T19:25:09.229" v="1581" actId="47"/>
        <pc:sldMkLst>
          <pc:docMk/>
          <pc:sldMk cId="2411633256" sldId="1307"/>
        </pc:sldMkLst>
      </pc:sldChg>
      <pc:sldChg chg="delSp modSp del mod delAnim modShow">
        <pc:chgData name="Darshan Sarojini" userId="07b82a2003645659" providerId="LiveId" clId="{E6C97F60-D450-493D-884E-BC4E2B201B4B}" dt="2023-01-14T23:48:54.890" v="2686" actId="47"/>
        <pc:sldMkLst>
          <pc:docMk/>
          <pc:sldMk cId="3777879034" sldId="1308"/>
        </pc:sldMkLst>
      </pc:sldChg>
      <pc:sldChg chg="del mod modShow">
        <pc:chgData name="Darshan Sarojini" userId="07b82a2003645659" providerId="LiveId" clId="{E6C97F60-D450-493D-884E-BC4E2B201B4B}" dt="2023-01-14T23:48:59.556" v="2687" actId="47"/>
        <pc:sldMkLst>
          <pc:docMk/>
          <pc:sldMk cId="2915577064" sldId="1309"/>
        </pc:sldMkLst>
      </pc:sldChg>
      <pc:sldChg chg="addSp delSp del mod modAnim modShow">
        <pc:chgData name="Darshan Sarojini" userId="07b82a2003645659" providerId="LiveId" clId="{E6C97F60-D450-493D-884E-BC4E2B201B4B}" dt="2023-01-15T00:32:38.116" v="3169" actId="47"/>
        <pc:sldMkLst>
          <pc:docMk/>
          <pc:sldMk cId="2340222066" sldId="1310"/>
        </pc:sldMkLst>
      </pc:sldChg>
      <pc:sldChg chg="del">
        <pc:chgData name="Darshan Sarojini" userId="07b82a2003645659" providerId="LiveId" clId="{E6C97F60-D450-493D-884E-BC4E2B201B4B}" dt="2023-01-14T17:08:34.302" v="415" actId="47"/>
        <pc:sldMkLst>
          <pc:docMk/>
          <pc:sldMk cId="1085742208" sldId="1311"/>
        </pc:sldMkLst>
      </pc:sldChg>
      <pc:sldChg chg="addSp delSp modSp mod ord modNotesTx">
        <pc:chgData name="Darshan Sarojini" userId="07b82a2003645659" providerId="LiveId" clId="{E6C97F60-D450-493D-884E-BC4E2B201B4B}" dt="2023-01-15T01:29:25.558" v="4045" actId="20577"/>
        <pc:sldMkLst>
          <pc:docMk/>
          <pc:sldMk cId="4104397410" sldId="1313"/>
        </pc:sldMkLst>
      </pc:sldChg>
      <pc:sldChg chg="addSp modSp add mod ord">
        <pc:chgData name="Darshan Sarojini" userId="07b82a2003645659" providerId="LiveId" clId="{E6C97F60-D450-493D-884E-BC4E2B201B4B}" dt="2023-01-14T17:07:54.701" v="410"/>
        <pc:sldMkLst>
          <pc:docMk/>
          <pc:sldMk cId="1429294745" sldId="1316"/>
        </pc:sldMkLst>
      </pc:sldChg>
      <pc:sldChg chg="addSp delSp modSp add mod ord modShow">
        <pc:chgData name="Darshan Sarojini" userId="07b82a2003645659" providerId="LiveId" clId="{E6C97F60-D450-493D-884E-BC4E2B201B4B}" dt="2023-01-15T02:20:37.421" v="4380"/>
        <pc:sldMkLst>
          <pc:docMk/>
          <pc:sldMk cId="2016723156" sldId="1317"/>
        </pc:sldMkLst>
      </pc:sldChg>
      <pc:sldChg chg="delSp add del mod">
        <pc:chgData name="Darshan Sarojini" userId="07b82a2003645659" providerId="LiveId" clId="{E6C97F60-D450-493D-884E-BC4E2B201B4B}" dt="2023-01-15T02:21:16.026" v="4383" actId="47"/>
        <pc:sldMkLst>
          <pc:docMk/>
          <pc:sldMk cId="1134485372" sldId="1318"/>
        </pc:sldMkLst>
      </pc:sldChg>
      <pc:sldChg chg="addSp delSp modSp add mod ord modAnim modShow">
        <pc:chgData name="Darshan Sarojini" userId="07b82a2003645659" providerId="LiveId" clId="{E6C97F60-D450-493D-884E-BC4E2B201B4B}" dt="2023-01-15T02:20:37.421" v="4380"/>
        <pc:sldMkLst>
          <pc:docMk/>
          <pc:sldMk cId="2222409698" sldId="1319"/>
        </pc:sldMkLst>
      </pc:sldChg>
      <pc:sldChg chg="addSp delSp modSp add mod addAnim delAnim modAnim">
        <pc:chgData name="Darshan Sarojini" userId="07b82a2003645659" providerId="LiveId" clId="{E6C97F60-D450-493D-884E-BC4E2B201B4B}" dt="2023-01-16T23:29:58.238" v="4433" actId="478"/>
        <pc:sldMkLst>
          <pc:docMk/>
          <pc:sldMk cId="3148197988" sldId="1320"/>
        </pc:sldMkLst>
      </pc:sldChg>
      <pc:sldChg chg="addSp delSp modSp add mod ord delAnim modAnim modShow">
        <pc:chgData name="Darshan Sarojini" userId="07b82a2003645659" providerId="LiveId" clId="{E6C97F60-D450-493D-884E-BC4E2B201B4B}" dt="2023-01-15T02:20:37.421" v="4380"/>
        <pc:sldMkLst>
          <pc:docMk/>
          <pc:sldMk cId="1005452274" sldId="1321"/>
        </pc:sldMkLst>
      </pc:sldChg>
      <pc:sldChg chg="add del">
        <pc:chgData name="Darshan Sarojini" userId="07b82a2003645659" providerId="LiveId" clId="{E6C97F60-D450-493D-884E-BC4E2B201B4B}" dt="2023-01-14T18:54:15.810" v="1246" actId="2890"/>
        <pc:sldMkLst>
          <pc:docMk/>
          <pc:sldMk cId="2616902219" sldId="1321"/>
        </pc:sldMkLst>
      </pc:sldChg>
      <pc:sldChg chg="addSp delSp modSp add mod ord modAnim">
        <pc:chgData name="Darshan Sarojini" userId="07b82a2003645659" providerId="LiveId" clId="{E6C97F60-D450-493D-884E-BC4E2B201B4B}" dt="2023-01-15T02:11:32.197" v="4360"/>
        <pc:sldMkLst>
          <pc:docMk/>
          <pc:sldMk cId="1239348047" sldId="1322"/>
        </pc:sldMkLst>
      </pc:sldChg>
      <pc:sldChg chg="addSp delSp modSp add mod modAnim">
        <pc:chgData name="Darshan Sarojini" userId="07b82a2003645659" providerId="LiveId" clId="{E6C97F60-D450-493D-884E-BC4E2B201B4B}" dt="2023-01-16T23:30:31.101" v="4434" actId="478"/>
        <pc:sldMkLst>
          <pc:docMk/>
          <pc:sldMk cId="992616203" sldId="1323"/>
        </pc:sldMkLst>
      </pc:sldChg>
      <pc:sldChg chg="addSp delSp modSp add mod ord delAnim modAnim">
        <pc:chgData name="Darshan Sarojini" userId="07b82a2003645659" providerId="LiveId" clId="{E6C97F60-D450-493D-884E-BC4E2B201B4B}" dt="2023-01-15T01:09:28.802" v="3417" actId="20577"/>
        <pc:sldMkLst>
          <pc:docMk/>
          <pc:sldMk cId="3844019740" sldId="1324"/>
        </pc:sldMkLst>
      </pc:sldChg>
      <pc:sldChg chg="addSp delSp modSp add mod ord modAnim">
        <pc:chgData name="Darshan Sarojini" userId="07b82a2003645659" providerId="LiveId" clId="{E6C97F60-D450-493D-884E-BC4E2B201B4B}" dt="2023-01-15T01:10:22.093" v="3420" actId="21"/>
        <pc:sldMkLst>
          <pc:docMk/>
          <pc:sldMk cId="2379999865" sldId="1325"/>
        </pc:sldMkLst>
      </pc:sldChg>
      <pc:sldChg chg="modSp add del mod">
        <pc:chgData name="Darshan Sarojini" userId="07b82a2003645659" providerId="LiveId" clId="{E6C97F60-D450-493D-884E-BC4E2B201B4B}" dt="2023-01-15T00:32:33.844" v="3168" actId="47"/>
        <pc:sldMkLst>
          <pc:docMk/>
          <pc:sldMk cId="703673805" sldId="1326"/>
        </pc:sldMkLst>
      </pc:sldChg>
      <pc:sldChg chg="addSp delSp modSp add del mod delAnim modAnim">
        <pc:chgData name="Darshan Sarojini" userId="07b82a2003645659" providerId="LiveId" clId="{E6C97F60-D450-493D-884E-BC4E2B201B4B}" dt="2023-01-15T02:12:37.460" v="4363" actId="47"/>
        <pc:sldMkLst>
          <pc:docMk/>
          <pc:sldMk cId="4054265308" sldId="1327"/>
        </pc:sldMkLst>
      </pc:sldChg>
      <pc:sldChg chg="addSp delSp modSp add mod ord delAnim modAnim">
        <pc:chgData name="Darshan Sarojini" userId="07b82a2003645659" providerId="LiveId" clId="{E6C97F60-D450-493D-884E-BC4E2B201B4B}" dt="2023-01-15T01:09:38.403" v="3418"/>
        <pc:sldMkLst>
          <pc:docMk/>
          <pc:sldMk cId="3889500872" sldId="1328"/>
        </pc:sldMkLst>
      </pc:sldChg>
      <pc:sldChg chg="addSp delSp modSp add mod ord modAnim">
        <pc:chgData name="Darshan Sarojini" userId="07b82a2003645659" providerId="LiveId" clId="{E6C97F60-D450-493D-884E-BC4E2B201B4B}" dt="2023-01-15T01:10:24.443" v="3421"/>
        <pc:sldMkLst>
          <pc:docMk/>
          <pc:sldMk cId="2727569467" sldId="1329"/>
        </pc:sldMkLst>
      </pc:sldChg>
      <pc:sldChg chg="addSp delSp modSp add mod ord delAnim modAnim">
        <pc:chgData name="Darshan Sarojini" userId="07b82a2003645659" providerId="LiveId" clId="{E6C97F60-D450-493D-884E-BC4E2B201B4B}" dt="2023-01-15T00:54:04.609" v="3256"/>
        <pc:sldMkLst>
          <pc:docMk/>
          <pc:sldMk cId="3711678636" sldId="1330"/>
        </pc:sldMkLst>
      </pc:sldChg>
      <pc:sldChg chg="delSp add mod ord delAnim">
        <pc:chgData name="Darshan Sarojini" userId="07b82a2003645659" providerId="LiveId" clId="{E6C97F60-D450-493D-884E-BC4E2B201B4B}" dt="2023-01-15T00:54:04.609" v="3256"/>
        <pc:sldMkLst>
          <pc:docMk/>
          <pc:sldMk cId="2207591775" sldId="1331"/>
        </pc:sldMkLst>
      </pc:sldChg>
      <pc:sldChg chg="addSp delSp modSp add mod">
        <pc:chgData name="Darshan Sarojini" userId="07b82a2003645659" providerId="LiveId" clId="{E6C97F60-D450-493D-884E-BC4E2B201B4B}" dt="2023-01-15T01:21:46.462" v="3507" actId="1076"/>
        <pc:sldMkLst>
          <pc:docMk/>
          <pc:sldMk cId="815016364" sldId="1332"/>
        </pc:sldMkLst>
      </pc:sldChg>
      <pc:sldChg chg="addSp delSp modSp add mod modAnim">
        <pc:chgData name="Darshan Sarojini" userId="07b82a2003645659" providerId="LiveId" clId="{E6C97F60-D450-493D-884E-BC4E2B201B4B}" dt="2023-01-16T23:27:32.218" v="4413" actId="1076"/>
        <pc:sldMkLst>
          <pc:docMk/>
          <pc:sldMk cId="1643721970" sldId="1333"/>
        </pc:sldMkLst>
      </pc:sldChg>
      <pc:sldChg chg="add del ord">
        <pc:chgData name="Darshan Sarojini" userId="07b82a2003645659" providerId="LiveId" clId="{E6C97F60-D450-493D-884E-BC4E2B201B4B}" dt="2023-01-15T00:59:01.782" v="3349" actId="47"/>
        <pc:sldMkLst>
          <pc:docMk/>
          <pc:sldMk cId="4228406159" sldId="1333"/>
        </pc:sldMkLst>
      </pc:sldChg>
    </pc:docChg>
  </pc:docChgLst>
  <pc:docChgLst>
    <pc:chgData name="Darshan Sarojini" userId="07b82a2003645659" providerId="LiveId" clId="{4C42E01A-BE54-43B0-9F2F-0CB923DF11CC}"/>
    <pc:docChg chg="undo redo custSel addSld delSld modSld sldOrd addMainMaster delMainMaster modMainMaster modSection">
      <pc:chgData name="Darshan Sarojini" userId="07b82a2003645659" providerId="LiveId" clId="{4C42E01A-BE54-43B0-9F2F-0CB923DF11CC}" dt="2023-02-02T00:20:09.785" v="9216" actId="47"/>
      <pc:docMkLst>
        <pc:docMk/>
      </pc:docMkLst>
      <pc:sldChg chg="addSp modSp new mod modAnim">
        <pc:chgData name="Darshan Sarojini" userId="07b82a2003645659" providerId="LiveId" clId="{4C42E01A-BE54-43B0-9F2F-0CB923DF11CC}" dt="2023-01-25T20:42:23.469" v="111" actId="1076"/>
        <pc:sldMkLst>
          <pc:docMk/>
          <pc:sldMk cId="3020367489" sldId="256"/>
        </pc:sldMkLst>
      </pc:sldChg>
      <pc:sldChg chg="addSp delSp modSp new mod ord modAnim">
        <pc:chgData name="Darshan Sarojini" userId="07b82a2003645659" providerId="LiveId" clId="{4C42E01A-BE54-43B0-9F2F-0CB923DF11CC}" dt="2023-01-26T22:55:49.163" v="1196"/>
        <pc:sldMkLst>
          <pc:docMk/>
          <pc:sldMk cId="2428519876" sldId="257"/>
        </pc:sldMkLst>
      </pc:sldChg>
      <pc:sldChg chg="add del">
        <pc:chgData name="Darshan Sarojini" userId="07b82a2003645659" providerId="LiveId" clId="{4C42E01A-BE54-43B0-9F2F-0CB923DF11CC}" dt="2023-01-25T20:51:02.209" v="263"/>
        <pc:sldMkLst>
          <pc:docMk/>
          <pc:sldMk cId="426281362" sldId="258"/>
        </pc:sldMkLst>
      </pc:sldChg>
      <pc:sldChg chg="addSp delSp modSp new mod ord modAnim">
        <pc:chgData name="Darshan Sarojini" userId="07b82a2003645659" providerId="LiveId" clId="{4C42E01A-BE54-43B0-9F2F-0CB923DF11CC}" dt="2023-01-28T14:12:15.182" v="7483"/>
        <pc:sldMkLst>
          <pc:docMk/>
          <pc:sldMk cId="2903597053" sldId="258"/>
        </pc:sldMkLst>
      </pc:sldChg>
      <pc:sldChg chg="addSp delSp modSp new mod ord">
        <pc:chgData name="Darshan Sarojini" userId="07b82a2003645659" providerId="LiveId" clId="{4C42E01A-BE54-43B0-9F2F-0CB923DF11CC}" dt="2023-01-27T14:34:12.231" v="2232" actId="164"/>
        <pc:sldMkLst>
          <pc:docMk/>
          <pc:sldMk cId="695528894" sldId="259"/>
        </pc:sldMkLst>
      </pc:sldChg>
      <pc:sldChg chg="addSp delSp modSp new mod ord modClrScheme delAnim modAnim chgLayout">
        <pc:chgData name="Darshan Sarojini" userId="07b82a2003645659" providerId="LiveId" clId="{4C42E01A-BE54-43B0-9F2F-0CB923DF11CC}" dt="2023-01-28T16:16:12.086" v="8604" actId="478"/>
        <pc:sldMkLst>
          <pc:docMk/>
          <pc:sldMk cId="2314450569" sldId="260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6:24.443" v="8606" actId="478"/>
        <pc:sldMkLst>
          <pc:docMk/>
          <pc:sldMk cId="2271588002" sldId="261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6:41.555" v="8610" actId="478"/>
        <pc:sldMkLst>
          <pc:docMk/>
          <pc:sldMk cId="1620583116" sldId="262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6:50.254" v="8612" actId="478"/>
        <pc:sldMkLst>
          <pc:docMk/>
          <pc:sldMk cId="1556948023" sldId="263"/>
        </pc:sldMkLst>
      </pc:sldChg>
      <pc:sldChg chg="addSp delSp modSp add mod ord modClrScheme chgLayout">
        <pc:chgData name="Darshan Sarojini" userId="07b82a2003645659" providerId="LiveId" clId="{4C42E01A-BE54-43B0-9F2F-0CB923DF11CC}" dt="2023-01-28T16:16:33.226" v="8608" actId="478"/>
        <pc:sldMkLst>
          <pc:docMk/>
          <pc:sldMk cId="1372032858" sldId="264"/>
        </pc:sldMkLst>
      </pc:sldChg>
      <pc:sldChg chg="addSp delSp modSp new mod ord modClrScheme modAnim chgLayout modNotesTx">
        <pc:chgData name="Darshan Sarojini" userId="07b82a2003645659" providerId="LiveId" clId="{4C42E01A-BE54-43B0-9F2F-0CB923DF11CC}" dt="2023-01-31T23:15:26.330" v="8714" actId="20577"/>
        <pc:sldMkLst>
          <pc:docMk/>
          <pc:sldMk cId="37320361" sldId="265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7:17.096" v="8616" actId="478"/>
        <pc:sldMkLst>
          <pc:docMk/>
          <pc:sldMk cId="1869964626" sldId="266"/>
        </pc:sldMkLst>
      </pc:sldChg>
      <pc:sldChg chg="addSp delSp modSp new del mod ord modAnim">
        <pc:chgData name="Darshan Sarojini" userId="07b82a2003645659" providerId="LiveId" clId="{4C42E01A-BE54-43B0-9F2F-0CB923DF11CC}" dt="2023-01-26T23:40:01.545" v="1961" actId="47"/>
        <pc:sldMkLst>
          <pc:docMk/>
          <pc:sldMk cId="3571570644" sldId="267"/>
        </pc:sldMkLst>
      </pc:sldChg>
      <pc:sldChg chg="addSp delSp modSp new del mod ord modAnim">
        <pc:chgData name="Darshan Sarojini" userId="07b82a2003645659" providerId="LiveId" clId="{4C42E01A-BE54-43B0-9F2F-0CB923DF11CC}" dt="2023-01-26T23:40:00.313" v="1960" actId="47"/>
        <pc:sldMkLst>
          <pc:docMk/>
          <pc:sldMk cId="4094039348" sldId="268"/>
        </pc:sldMkLst>
      </pc:sldChg>
      <pc:sldChg chg="addSp delSp modSp add mod ord modClrScheme delAnim modAnim chgLayout">
        <pc:chgData name="Darshan Sarojini" userId="07b82a2003645659" providerId="LiveId" clId="{4C42E01A-BE54-43B0-9F2F-0CB923DF11CC}" dt="2023-01-28T16:17:32.030" v="8618" actId="478"/>
        <pc:sldMkLst>
          <pc:docMk/>
          <pc:sldMk cId="3750990920" sldId="269"/>
        </pc:sldMkLst>
      </pc:sldChg>
      <pc:sldChg chg="addSp delSp modSp new mod ord modClrScheme delAnim modAnim chgLayout">
        <pc:chgData name="Darshan Sarojini" userId="07b82a2003645659" providerId="LiveId" clId="{4C42E01A-BE54-43B0-9F2F-0CB923DF11CC}" dt="2023-01-28T16:17:51.871" v="8620" actId="478"/>
        <pc:sldMkLst>
          <pc:docMk/>
          <pc:sldMk cId="683115623" sldId="270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8:16.501" v="8622" actId="478"/>
        <pc:sldMkLst>
          <pc:docMk/>
          <pc:sldMk cId="10780590" sldId="271"/>
        </pc:sldMkLst>
      </pc:sldChg>
      <pc:sldChg chg="addSp delSp modSp add mod ord modClrScheme modAnim chgLayout">
        <pc:chgData name="Darshan Sarojini" userId="07b82a2003645659" providerId="LiveId" clId="{4C42E01A-BE54-43B0-9F2F-0CB923DF11CC}" dt="2023-01-28T16:18:24.947" v="8624" actId="478"/>
        <pc:sldMkLst>
          <pc:docMk/>
          <pc:sldMk cId="3444008224" sldId="272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8:40.632" v="8628" actId="478"/>
        <pc:sldMkLst>
          <pc:docMk/>
          <pc:sldMk cId="2675672437" sldId="273"/>
        </pc:sldMkLst>
      </pc:sldChg>
      <pc:sldChg chg="addSp delSp modSp new del mod">
        <pc:chgData name="Darshan Sarojini" userId="07b82a2003645659" providerId="LiveId" clId="{4C42E01A-BE54-43B0-9F2F-0CB923DF11CC}" dt="2023-01-27T23:10:27.288" v="6180" actId="47"/>
        <pc:sldMkLst>
          <pc:docMk/>
          <pc:sldMk cId="3433495540" sldId="274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18:31.337" v="8626" actId="478"/>
        <pc:sldMkLst>
          <pc:docMk/>
          <pc:sldMk cId="1450427171" sldId="275"/>
        </pc:sldMkLst>
      </pc:sldChg>
      <pc:sldChg chg="addSp delSp modSp new del mod">
        <pc:chgData name="Darshan Sarojini" userId="07b82a2003645659" providerId="LiveId" clId="{4C42E01A-BE54-43B0-9F2F-0CB923DF11CC}" dt="2023-01-26T22:56:53.590" v="1208" actId="47"/>
        <pc:sldMkLst>
          <pc:docMk/>
          <pc:sldMk cId="3245117465" sldId="275"/>
        </pc:sldMkLst>
      </pc:sldChg>
      <pc:sldChg chg="addSp modSp new mod modClrScheme chgLayout">
        <pc:chgData name="Darshan Sarojini" userId="07b82a2003645659" providerId="LiveId" clId="{4C42E01A-BE54-43B0-9F2F-0CB923DF11CC}" dt="2023-01-28T16:19:18.542" v="8639" actId="700"/>
        <pc:sldMkLst>
          <pc:docMk/>
          <pc:sldMk cId="4257175788" sldId="276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19:32.794" v="8641" actId="478"/>
        <pc:sldMkLst>
          <pc:docMk/>
          <pc:sldMk cId="1162571218" sldId="277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0:03.789" v="8645" actId="478"/>
        <pc:sldMkLst>
          <pc:docMk/>
          <pc:sldMk cId="2635160191" sldId="278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0:20.431" v="8649" actId="27636"/>
        <pc:sldMkLst>
          <pc:docMk/>
          <pc:sldMk cId="903471398" sldId="279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00.853" v="8652" actId="478"/>
        <pc:sldMkLst>
          <pc:docMk/>
          <pc:sldMk cId="1675888762" sldId="280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10.655" v="8654" actId="478"/>
        <pc:sldMkLst>
          <pc:docMk/>
          <pc:sldMk cId="3316026926" sldId="281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24.846" v="8656" actId="478"/>
        <pc:sldMkLst>
          <pc:docMk/>
          <pc:sldMk cId="781572887" sldId="282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32.874" v="8658" actId="478"/>
        <pc:sldMkLst>
          <pc:docMk/>
          <pc:sldMk cId="3681089679" sldId="283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39.623" v="8660" actId="478"/>
        <pc:sldMkLst>
          <pc:docMk/>
          <pc:sldMk cId="725012216" sldId="284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2:46.810" v="8662" actId="478"/>
        <pc:sldMkLst>
          <pc:docMk/>
          <pc:sldMk cId="933800456" sldId="285"/>
        </pc:sldMkLst>
      </pc:sldChg>
      <pc:sldChg chg="addSp delSp modSp new mod modClrScheme chgLayout">
        <pc:chgData name="Darshan Sarojini" userId="07b82a2003645659" providerId="LiveId" clId="{4C42E01A-BE54-43B0-9F2F-0CB923DF11CC}" dt="2023-01-28T16:22:53.284" v="8664" actId="478"/>
        <pc:sldMkLst>
          <pc:docMk/>
          <pc:sldMk cId="3277886059" sldId="286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3:01.132" v="8666" actId="478"/>
        <pc:sldMkLst>
          <pc:docMk/>
          <pc:sldMk cId="526130544" sldId="287"/>
        </pc:sldMkLst>
      </pc:sldChg>
      <pc:sldChg chg="addSp delSp modSp new del mod">
        <pc:chgData name="Darshan Sarojini" userId="07b82a2003645659" providerId="LiveId" clId="{4C42E01A-BE54-43B0-9F2F-0CB923DF11CC}" dt="2023-01-28T13:57:32.340" v="7351" actId="47"/>
        <pc:sldMkLst>
          <pc:docMk/>
          <pc:sldMk cId="2730560218" sldId="288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3:15.980" v="8670" actId="478"/>
        <pc:sldMkLst>
          <pc:docMk/>
          <pc:sldMk cId="587832032" sldId="289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3:42.757" v="8672" actId="478"/>
        <pc:sldMkLst>
          <pc:docMk/>
          <pc:sldMk cId="3200828689" sldId="290"/>
        </pc:sldMkLst>
      </pc:sldChg>
      <pc:sldChg chg="addSp modSp new del mod">
        <pc:chgData name="Darshan Sarojini" userId="07b82a2003645659" providerId="LiveId" clId="{4C42E01A-BE54-43B0-9F2F-0CB923DF11CC}" dt="2023-01-27T16:24:09.946" v="2921" actId="47"/>
        <pc:sldMkLst>
          <pc:docMk/>
          <pc:sldMk cId="2697532972" sldId="291"/>
        </pc:sldMkLst>
      </pc:sldChg>
      <pc:sldChg chg="addSp delSp modSp new mod modClrScheme delAnim modAnim chgLayout">
        <pc:chgData name="Darshan Sarojini" userId="07b82a2003645659" providerId="LiveId" clId="{4C42E01A-BE54-43B0-9F2F-0CB923DF11CC}" dt="2023-01-28T16:24:35.066" v="8678" actId="478"/>
        <pc:sldMkLst>
          <pc:docMk/>
          <pc:sldMk cId="2384075629" sldId="292"/>
        </pc:sldMkLst>
      </pc:sldChg>
      <pc:sldChg chg="addSp modSp new del mod">
        <pc:chgData name="Darshan Sarojini" userId="07b82a2003645659" providerId="LiveId" clId="{4C42E01A-BE54-43B0-9F2F-0CB923DF11CC}" dt="2023-01-27T18:17:28.182" v="4519" actId="47"/>
        <pc:sldMkLst>
          <pc:docMk/>
          <pc:sldMk cId="3477276281" sldId="293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5:28.691" v="8686" actId="478"/>
        <pc:sldMkLst>
          <pc:docMk/>
          <pc:sldMk cId="2697522781" sldId="294"/>
        </pc:sldMkLst>
      </pc:sldChg>
      <pc:sldChg chg="addSp delSp modSp new del mod delAnim modAnim">
        <pc:chgData name="Darshan Sarojini" userId="07b82a2003645659" providerId="LiveId" clId="{4C42E01A-BE54-43B0-9F2F-0CB923DF11CC}" dt="2023-01-27T18:43:10.067" v="5013" actId="47"/>
        <pc:sldMkLst>
          <pc:docMk/>
          <pc:sldMk cId="1222872698" sldId="295"/>
        </pc:sldMkLst>
      </pc:sldChg>
      <pc:sldChg chg="addSp delSp modSp new del mod modAnim">
        <pc:chgData name="Darshan Sarojini" userId="07b82a2003645659" providerId="LiveId" clId="{4C42E01A-BE54-43B0-9F2F-0CB923DF11CC}" dt="2023-01-28T16:15:21.644" v="8602" actId="47"/>
        <pc:sldMkLst>
          <pc:docMk/>
          <pc:sldMk cId="2426762471" sldId="296"/>
        </pc:sldMkLst>
      </pc:sldChg>
      <pc:sldChg chg="addSp delSp modSp new mod ord modClrScheme modAnim chgLayout">
        <pc:chgData name="Darshan Sarojini" userId="07b82a2003645659" providerId="LiveId" clId="{4C42E01A-BE54-43B0-9F2F-0CB923DF11CC}" dt="2023-01-28T16:19:12.043" v="8638" actId="478"/>
        <pc:sldMkLst>
          <pc:docMk/>
          <pc:sldMk cId="943520594" sldId="297"/>
        </pc:sldMkLst>
      </pc:sldChg>
      <pc:sldChg chg="addSp delSp modSp new mod modClrScheme modAnim chgLayout">
        <pc:chgData name="Darshan Sarojini" userId="07b82a2003645659" providerId="LiveId" clId="{4C42E01A-BE54-43B0-9F2F-0CB923DF11CC}" dt="2023-01-28T16:24:56.136" v="8680" actId="478"/>
        <pc:sldMkLst>
          <pc:docMk/>
          <pc:sldMk cId="737331690" sldId="298"/>
        </pc:sldMkLst>
      </pc:sldChg>
      <pc:sldChg chg="addSp delSp modSp add del mod">
        <pc:chgData name="Darshan Sarojini" userId="07b82a2003645659" providerId="LiveId" clId="{4C42E01A-BE54-43B0-9F2F-0CB923DF11CC}" dt="2023-01-27T16:22:28.642" v="2877" actId="47"/>
        <pc:sldMkLst>
          <pc:docMk/>
          <pc:sldMk cId="1018632158" sldId="299"/>
        </pc:sldMkLst>
      </pc:sldChg>
      <pc:sldChg chg="addSp delSp modSp add mod modClrScheme modAnim chgLayout modNotesTx">
        <pc:chgData name="Darshan Sarojini" userId="07b82a2003645659" providerId="LiveId" clId="{4C42E01A-BE54-43B0-9F2F-0CB923DF11CC}" dt="2023-01-31T23:37:59.542" v="8984" actId="20577"/>
        <pc:sldMkLst>
          <pc:docMk/>
          <pc:sldMk cId="2514208116" sldId="299"/>
        </pc:sldMkLst>
      </pc:sldChg>
      <pc:sldChg chg="new del ord">
        <pc:chgData name="Darshan Sarojini" userId="07b82a2003645659" providerId="LiveId" clId="{4C42E01A-BE54-43B0-9F2F-0CB923DF11CC}" dt="2023-01-27T16:26:11.609" v="2961" actId="47"/>
        <pc:sldMkLst>
          <pc:docMk/>
          <pc:sldMk cId="1386835434" sldId="300"/>
        </pc:sldMkLst>
      </pc:sldChg>
      <pc:sldChg chg="addSp delSp modSp add mod ord delAnim modAnim">
        <pc:chgData name="Darshan Sarojini" userId="07b82a2003645659" providerId="LiveId" clId="{4C42E01A-BE54-43B0-9F2F-0CB923DF11CC}" dt="2023-01-27T18:56:03.586" v="5544"/>
        <pc:sldMkLst>
          <pc:docMk/>
          <pc:sldMk cId="3167332531" sldId="300"/>
        </pc:sldMkLst>
      </pc:sldChg>
      <pc:sldChg chg="addSp delSp modSp new del mod modClrScheme modAnim chgLayout">
        <pc:chgData name="Darshan Sarojini" userId="07b82a2003645659" providerId="LiveId" clId="{4C42E01A-BE54-43B0-9F2F-0CB923DF11CC}" dt="2023-02-02T00:20:09.785" v="9216" actId="47"/>
        <pc:sldMkLst>
          <pc:docMk/>
          <pc:sldMk cId="2316309460" sldId="301"/>
        </pc:sldMkLst>
      </pc:sldChg>
      <pc:sldChg chg="addSp delSp modSp add mod modClrScheme modAnim chgLayout">
        <pc:chgData name="Darshan Sarojini" userId="07b82a2003645659" providerId="LiveId" clId="{4C42E01A-BE54-43B0-9F2F-0CB923DF11CC}" dt="2023-01-28T16:25:13.572" v="8684" actId="478"/>
        <pc:sldMkLst>
          <pc:docMk/>
          <pc:sldMk cId="970151951" sldId="302"/>
        </pc:sldMkLst>
      </pc:sldChg>
      <pc:sldChg chg="addSp delSp modSp add mod modClrScheme modAnim chgLayout modNotesTx">
        <pc:chgData name="Darshan Sarojini" userId="07b82a2003645659" providerId="LiveId" clId="{4C42E01A-BE54-43B0-9F2F-0CB923DF11CC}" dt="2023-01-28T16:25:38.799" v="8688" actId="478"/>
        <pc:sldMkLst>
          <pc:docMk/>
          <pc:sldMk cId="2473206941" sldId="303"/>
        </pc:sldMkLst>
      </pc:sldChg>
      <pc:sldChg chg="addSp delSp modSp add mod modClrScheme modAnim chgLayout">
        <pc:chgData name="Darshan Sarojini" userId="07b82a2003645659" providerId="LiveId" clId="{4C42E01A-BE54-43B0-9F2F-0CB923DF11CC}" dt="2023-01-28T16:23:56.597" v="8676"/>
        <pc:sldMkLst>
          <pc:docMk/>
          <pc:sldMk cId="3089347484" sldId="304"/>
        </pc:sldMkLst>
      </pc:sldChg>
      <pc:sldChg chg="addSp delSp modSp new mod modClrScheme chgLayout">
        <pc:chgData name="Darshan Sarojini" userId="07b82a2003645659" providerId="LiveId" clId="{4C42E01A-BE54-43B0-9F2F-0CB923DF11CC}" dt="2023-01-28T16:21:39.458" v="8650" actId="700"/>
        <pc:sldMkLst>
          <pc:docMk/>
          <pc:sldMk cId="3801504330" sldId="305"/>
        </pc:sldMkLst>
      </pc:sldChg>
      <pc:sldChg chg="new del">
        <pc:chgData name="Darshan Sarojini" userId="07b82a2003645659" providerId="LiveId" clId="{4C42E01A-BE54-43B0-9F2F-0CB923DF11CC}" dt="2023-01-27T23:59:52.488" v="6787" actId="680"/>
        <pc:sldMkLst>
          <pc:docMk/>
          <pc:sldMk cId="199310769" sldId="306"/>
        </pc:sldMkLst>
      </pc:sldChg>
      <pc:sldChg chg="modSp new mod">
        <pc:chgData name="Darshan Sarojini" userId="07b82a2003645659" providerId="LiveId" clId="{4C42E01A-BE54-43B0-9F2F-0CB923DF11CC}" dt="2023-01-28T00:00:14.687" v="6841" actId="20577"/>
        <pc:sldMkLst>
          <pc:docMk/>
          <pc:sldMk cId="2611676271" sldId="306"/>
        </pc:sldMkLst>
      </pc:sldChg>
      <pc:sldChg chg="modSp new mod">
        <pc:chgData name="Darshan Sarojini" userId="07b82a2003645659" providerId="LiveId" clId="{4C42E01A-BE54-43B0-9F2F-0CB923DF11CC}" dt="2023-01-28T00:00:59.052" v="6868" actId="20577"/>
        <pc:sldMkLst>
          <pc:docMk/>
          <pc:sldMk cId="3072828925" sldId="307"/>
        </pc:sldMkLst>
      </pc:sldChg>
      <pc:sldChg chg="addSp delSp modSp add mod modClrScheme modAnim chgLayout">
        <pc:chgData name="Darshan Sarojini" userId="07b82a2003645659" providerId="LiveId" clId="{4C42E01A-BE54-43B0-9F2F-0CB923DF11CC}" dt="2023-01-28T16:23:07.655" v="8668" actId="478"/>
        <pc:sldMkLst>
          <pc:docMk/>
          <pc:sldMk cId="661723765" sldId="308"/>
        </pc:sldMkLst>
      </pc:sldChg>
      <pc:sldChg chg="add del">
        <pc:chgData name="Darshan Sarojini" userId="07b82a2003645659" providerId="LiveId" clId="{4C42E01A-BE54-43B0-9F2F-0CB923DF11CC}" dt="2023-01-28T13:50:30.085" v="7303" actId="47"/>
        <pc:sldMkLst>
          <pc:docMk/>
          <pc:sldMk cId="1282425563" sldId="308"/>
        </pc:sldMkLst>
      </pc:sldChg>
      <pc:sldChg chg="addSp delSp modSp add mod modClrScheme delAnim modAnim chgLayout">
        <pc:chgData name="Darshan Sarojini" userId="07b82a2003645659" providerId="LiveId" clId="{4C42E01A-BE54-43B0-9F2F-0CB923DF11CC}" dt="2023-01-28T16:25:51.402" v="8690" actId="478"/>
        <pc:sldMkLst>
          <pc:docMk/>
          <pc:sldMk cId="591551432" sldId="309"/>
        </pc:sldMkLst>
      </pc:sldChg>
      <pc:sldChg chg="add del">
        <pc:chgData name="Darshan Sarojini" userId="07b82a2003645659" providerId="LiveId" clId="{4C42E01A-BE54-43B0-9F2F-0CB923DF11CC}" dt="2023-01-28T14:05:21.370" v="7438" actId="47"/>
        <pc:sldMkLst>
          <pc:docMk/>
          <pc:sldMk cId="3055867621" sldId="309"/>
        </pc:sldMkLst>
      </pc:sldChg>
      <pc:sldChg chg="addSp delSp modSp add mod delAnim modAnim">
        <pc:chgData name="Darshan Sarojini" userId="07b82a2003645659" providerId="LiveId" clId="{4C42E01A-BE54-43B0-9F2F-0CB923DF11CC}" dt="2023-02-02T00:19:52.811" v="9215"/>
        <pc:sldMkLst>
          <pc:docMk/>
          <pc:sldMk cId="4140266186" sldId="311"/>
        </pc:sldMkLst>
      </pc:sldChg>
      <pc:sldChg chg="add del">
        <pc:chgData name="Darshan Sarojini" userId="07b82a2003645659" providerId="LiveId" clId="{4C42E01A-BE54-43B0-9F2F-0CB923DF11CC}" dt="2023-01-26T23:13:48.499" v="1591"/>
        <pc:sldMkLst>
          <pc:docMk/>
          <pc:sldMk cId="2379999865" sldId="1325"/>
        </pc:sldMkLst>
      </pc:sldChg>
      <pc:sldMasterChg chg="add del mod addSldLayout delSldLayout modSldLayout">
        <pc:chgData name="Darshan Sarojini" userId="07b82a2003645659" providerId="LiveId" clId="{4C42E01A-BE54-43B0-9F2F-0CB923DF11CC}" dt="2023-01-27T16:00:11.027" v="2536" actId="2890"/>
        <pc:sldMasterMkLst>
          <pc:docMk/>
          <pc:sldMasterMk cId="1203945997" sldId="2147484176"/>
        </pc:sldMasterMkLst>
        <pc:sldLayoutChg chg="add del mod replId">
          <pc:chgData name="Darshan Sarojini" userId="07b82a2003645659" providerId="LiveId" clId="{4C42E01A-BE54-43B0-9F2F-0CB923DF11CC}" dt="2023-01-27T16:00:11.027" v="2536" actId="2890"/>
          <pc:sldLayoutMkLst>
            <pc:docMk/>
            <pc:sldMasterMk cId="1203945997" sldId="2147484176"/>
            <pc:sldLayoutMk cId="769677721" sldId="2147484177"/>
          </pc:sldLayoutMkLst>
        </pc:sldLayoutChg>
        <pc:sldLayoutChg chg="add del mod replId">
          <pc:chgData name="Darshan Sarojini" userId="07b82a2003645659" providerId="LiveId" clId="{4C42E01A-BE54-43B0-9F2F-0CB923DF11CC}" dt="2023-01-27T16:00:11.027" v="2536" actId="2890"/>
          <pc:sldLayoutMkLst>
            <pc:docMk/>
            <pc:sldMasterMk cId="1203945997" sldId="2147484176"/>
            <pc:sldLayoutMk cId="2413779529" sldId="2147484178"/>
          </pc:sldLayoutMkLst>
        </pc:sldLayoutChg>
        <pc:sldLayoutChg chg="add del mod replId">
          <pc:chgData name="Darshan Sarojini" userId="07b82a2003645659" providerId="LiveId" clId="{4C42E01A-BE54-43B0-9F2F-0CB923DF11CC}" dt="2023-01-27T16:00:11.027" v="2536" actId="2890"/>
          <pc:sldLayoutMkLst>
            <pc:docMk/>
            <pc:sldMasterMk cId="1203945997" sldId="2147484176"/>
            <pc:sldLayoutMk cId="1045033433" sldId="2147484179"/>
          </pc:sldLayoutMkLst>
        </pc:sldLayoutChg>
      </pc:sldMasterChg>
    </pc:docChg>
  </pc:docChgLst>
  <pc:docChgLst>
    <pc:chgData name="Darshan Sarojini" userId="07b82a2003645659" providerId="LiveId" clId="{F7DFD5AA-5B74-475B-87DA-39B49D4BCF01}"/>
    <pc:docChg chg="undo redo custSel addSld delSld modSld sldOrd modMainMaster addSection modSection">
      <pc:chgData name="Darshan Sarojini" userId="07b82a2003645659" providerId="LiveId" clId="{F7DFD5AA-5B74-475B-87DA-39B49D4BCF01}" dt="2024-01-27T00:56:48.167" v="17555" actId="1076"/>
      <pc:docMkLst>
        <pc:docMk/>
      </pc:docMkLst>
      <pc:sldChg chg="modSp mod modNotesTx">
        <pc:chgData name="Darshan Sarojini" userId="07b82a2003645659" providerId="LiveId" clId="{F7DFD5AA-5B74-475B-87DA-39B49D4BCF01}" dt="2024-01-26T21:04:22.574" v="16961" actId="20577"/>
        <pc:sldMkLst>
          <pc:docMk/>
          <pc:sldMk cId="3020367489" sldId="256"/>
        </pc:sldMkLst>
      </pc:sldChg>
      <pc:sldChg chg="addSp modSp mod modAnim modNotesTx">
        <pc:chgData name="Darshan Sarojini" userId="07b82a2003645659" providerId="LiveId" clId="{F7DFD5AA-5B74-475B-87DA-39B49D4BCF01}" dt="2024-01-22T21:17:21.442" v="8366" actId="20577"/>
        <pc:sldMkLst>
          <pc:docMk/>
          <pc:sldMk cId="2428519876" sldId="257"/>
        </pc:sldMkLst>
      </pc:sldChg>
      <pc:sldChg chg="addSp delSp modSp mod delAnim modAnim">
        <pc:chgData name="Darshan Sarojini" userId="07b82a2003645659" providerId="LiveId" clId="{F7DFD5AA-5B74-475B-87DA-39B49D4BCF01}" dt="2024-01-24T18:05:56.385" v="9555"/>
        <pc:sldMkLst>
          <pc:docMk/>
          <pc:sldMk cId="2903597053" sldId="258"/>
        </pc:sldMkLst>
      </pc:sldChg>
      <pc:sldChg chg="del">
        <pc:chgData name="Darshan Sarojini" userId="07b82a2003645659" providerId="LiveId" clId="{F7DFD5AA-5B74-475B-87DA-39B49D4BCF01}" dt="2024-01-16T19:07:59.139" v="71" actId="47"/>
        <pc:sldMkLst>
          <pc:docMk/>
          <pc:sldMk cId="695528894" sldId="259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2314450569" sldId="260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2271588002" sldId="261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620583116" sldId="262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556948023" sldId="263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372032858" sldId="264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37320361" sldId="265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869964626" sldId="266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3750990920" sldId="269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683115623" sldId="270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0780590" sldId="271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3444008224" sldId="272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2675672437" sldId="273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1450427171" sldId="275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4257175788" sldId="276"/>
        </pc:sldMkLst>
      </pc:sldChg>
      <pc:sldChg chg="delSp modSp mod modAnim modNotesTx">
        <pc:chgData name="Darshan Sarojini" userId="07b82a2003645659" providerId="LiveId" clId="{F7DFD5AA-5B74-475B-87DA-39B49D4BCF01}" dt="2024-01-24T21:54:12.419" v="13285"/>
        <pc:sldMkLst>
          <pc:docMk/>
          <pc:sldMk cId="1162571218" sldId="277"/>
        </pc:sldMkLst>
      </pc:sldChg>
      <pc:sldChg chg="modSp mod modNotesTx">
        <pc:chgData name="Darshan Sarojini" userId="07b82a2003645659" providerId="LiveId" clId="{F7DFD5AA-5B74-475B-87DA-39B49D4BCF01}" dt="2024-01-25T22:04:18.656" v="15485" actId="6549"/>
        <pc:sldMkLst>
          <pc:docMk/>
          <pc:sldMk cId="2635160191" sldId="278"/>
        </pc:sldMkLst>
      </pc:sldChg>
      <pc:sldChg chg="delSp modSp mod delAnim modAnim">
        <pc:chgData name="Darshan Sarojini" userId="07b82a2003645659" providerId="LiveId" clId="{F7DFD5AA-5B74-475B-87DA-39B49D4BCF01}" dt="2024-01-25T22:06:12.880" v="15501"/>
        <pc:sldMkLst>
          <pc:docMk/>
          <pc:sldMk cId="903471398" sldId="279"/>
        </pc:sldMkLst>
      </pc:sldChg>
      <pc:sldChg chg="delSp del mod">
        <pc:chgData name="Darshan Sarojini" userId="07b82a2003645659" providerId="LiveId" clId="{F7DFD5AA-5B74-475B-87DA-39B49D4BCF01}" dt="2024-01-17T00:09:38.031" v="1472" actId="47"/>
        <pc:sldMkLst>
          <pc:docMk/>
          <pc:sldMk cId="1675888762" sldId="280"/>
        </pc:sldMkLst>
      </pc:sldChg>
      <pc:sldChg chg="addSp delSp modSp add mod modClrScheme chgLayout">
        <pc:chgData name="Darshan Sarojini" userId="07b82a2003645659" providerId="LiveId" clId="{F7DFD5AA-5B74-475B-87DA-39B49D4BCF01}" dt="2024-01-16T20:13:15.724" v="572" actId="478"/>
        <pc:sldMkLst>
          <pc:docMk/>
          <pc:sldMk cId="2130529940" sldId="281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3316026926" sldId="281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781572887" sldId="282"/>
        </pc:sldMkLst>
      </pc:sldChg>
      <pc:sldChg chg="addSp delSp modSp add mod modClrScheme chgLayout">
        <pc:chgData name="Darshan Sarojini" userId="07b82a2003645659" providerId="LiveId" clId="{F7DFD5AA-5B74-475B-87DA-39B49D4BCF01}" dt="2024-01-16T20:13:19.769" v="573" actId="478"/>
        <pc:sldMkLst>
          <pc:docMk/>
          <pc:sldMk cId="2130710414" sldId="282"/>
        </pc:sldMkLst>
      </pc:sldChg>
      <pc:sldChg chg="addSp delSp modSp add mod modClrScheme chgLayout">
        <pc:chgData name="Darshan Sarojini" userId="07b82a2003645659" providerId="LiveId" clId="{F7DFD5AA-5B74-475B-87DA-39B49D4BCF01}" dt="2024-01-16T20:13:24.148" v="574" actId="478"/>
        <pc:sldMkLst>
          <pc:docMk/>
          <pc:sldMk cId="3040883963" sldId="283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3681089679" sldId="283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725012216" sldId="284"/>
        </pc:sldMkLst>
      </pc:sldChg>
      <pc:sldChg chg="addSp delSp modSp add mod modClrScheme chgLayout">
        <pc:chgData name="Darshan Sarojini" userId="07b82a2003645659" providerId="LiveId" clId="{F7DFD5AA-5B74-475B-87DA-39B49D4BCF01}" dt="2024-01-16T20:13:26.999" v="575" actId="478"/>
        <pc:sldMkLst>
          <pc:docMk/>
          <pc:sldMk cId="2125335898" sldId="284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933800456" sldId="285"/>
        </pc:sldMkLst>
      </pc:sldChg>
      <pc:sldChg chg="addSp delSp modSp add mod modClrScheme chgLayout">
        <pc:chgData name="Darshan Sarojini" userId="07b82a2003645659" providerId="LiveId" clId="{F7DFD5AA-5B74-475B-87DA-39B49D4BCF01}" dt="2024-01-16T20:13:33.887" v="576" actId="478"/>
        <pc:sldMkLst>
          <pc:docMk/>
          <pc:sldMk cId="4047664823" sldId="285"/>
        </pc:sldMkLst>
      </pc:sldChg>
      <pc:sldChg chg="addSp delSp modSp add mod modClrScheme chgLayout">
        <pc:chgData name="Darshan Sarojini" userId="07b82a2003645659" providerId="LiveId" clId="{F7DFD5AA-5B74-475B-87DA-39B49D4BCF01}" dt="2024-01-16T20:13:07.212" v="571" actId="700"/>
        <pc:sldMkLst>
          <pc:docMk/>
          <pc:sldMk cId="357941983" sldId="286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3277886059" sldId="286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526130544" sldId="287"/>
        </pc:sldMkLst>
      </pc:sldChg>
      <pc:sldChg chg="addSp delSp modSp add mod modClrScheme chgLayout">
        <pc:chgData name="Darshan Sarojini" userId="07b82a2003645659" providerId="LiveId" clId="{F7DFD5AA-5B74-475B-87DA-39B49D4BCF01}" dt="2024-01-16T20:13:07.212" v="571" actId="700"/>
        <pc:sldMkLst>
          <pc:docMk/>
          <pc:sldMk cId="731351013" sldId="287"/>
        </pc:sldMkLst>
      </pc:sldChg>
      <pc:sldChg chg="addSp delSp modSp add mod modClrScheme chgLayout">
        <pc:chgData name="Darshan Sarojini" userId="07b82a2003645659" providerId="LiveId" clId="{F7DFD5AA-5B74-475B-87DA-39B49D4BCF01}" dt="2024-01-16T20:13:41.727" v="578" actId="478"/>
        <pc:sldMkLst>
          <pc:docMk/>
          <pc:sldMk cId="412953158" sldId="289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587832032" sldId="289"/>
        </pc:sldMkLst>
      </pc:sldChg>
      <pc:sldChg chg="addSp delSp modSp add mod modClrScheme chgLayout">
        <pc:chgData name="Darshan Sarojini" userId="07b82a2003645659" providerId="LiveId" clId="{F7DFD5AA-5B74-475B-87DA-39B49D4BCF01}" dt="2024-01-16T20:13:46.062" v="579" actId="478"/>
        <pc:sldMkLst>
          <pc:docMk/>
          <pc:sldMk cId="675062146" sldId="290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3200828689" sldId="290"/>
        </pc:sldMkLst>
      </pc:sldChg>
      <pc:sldChg chg="addSp modSp mod">
        <pc:chgData name="Darshan Sarojini" userId="07b82a2003645659" providerId="LiveId" clId="{F7DFD5AA-5B74-475B-87DA-39B49D4BCF01}" dt="2024-01-17T00:12:28.475" v="1505" actId="1076"/>
        <pc:sldMkLst>
          <pc:docMk/>
          <pc:sldMk cId="2384075629" sldId="292"/>
        </pc:sldMkLst>
      </pc:sldChg>
      <pc:sldChg chg="ord">
        <pc:chgData name="Darshan Sarojini" userId="07b82a2003645659" providerId="LiveId" clId="{F7DFD5AA-5B74-475B-87DA-39B49D4BCF01}" dt="2024-01-16T20:16:44.998" v="588"/>
        <pc:sldMkLst>
          <pc:docMk/>
          <pc:sldMk cId="2697522781" sldId="294"/>
        </pc:sldMkLst>
      </pc:sldChg>
      <pc:sldChg chg="del">
        <pc:chgData name="Darshan Sarojini" userId="07b82a2003645659" providerId="LiveId" clId="{F7DFD5AA-5B74-475B-87DA-39B49D4BCF01}" dt="2024-01-16T20:11:14.327" v="560" actId="47"/>
        <pc:sldMkLst>
          <pc:docMk/>
          <pc:sldMk cId="943520594" sldId="297"/>
        </pc:sldMkLst>
      </pc:sldChg>
      <pc:sldChg chg="del">
        <pc:chgData name="Darshan Sarojini" userId="07b82a2003645659" providerId="LiveId" clId="{F7DFD5AA-5B74-475B-87DA-39B49D4BCF01}" dt="2024-01-16T20:17:50.692" v="590" actId="2696"/>
        <pc:sldMkLst>
          <pc:docMk/>
          <pc:sldMk cId="737331690" sldId="298"/>
        </pc:sldMkLst>
      </pc:sldChg>
      <pc:sldChg chg="add">
        <pc:chgData name="Darshan Sarojini" userId="07b82a2003645659" providerId="LiveId" clId="{F7DFD5AA-5B74-475B-87DA-39B49D4BCF01}" dt="2024-01-16T20:18:05.541" v="593"/>
        <pc:sldMkLst>
          <pc:docMk/>
          <pc:sldMk cId="2952815848" sldId="298"/>
        </pc:sldMkLst>
      </pc:sldChg>
      <pc:sldChg chg="ord modNotesTx">
        <pc:chgData name="Darshan Sarojini" userId="07b82a2003645659" providerId="LiveId" clId="{F7DFD5AA-5B74-475B-87DA-39B49D4BCF01}" dt="2024-01-16T20:22:27.698" v="598" actId="20577"/>
        <pc:sldMkLst>
          <pc:docMk/>
          <pc:sldMk cId="2514208116" sldId="299"/>
        </pc:sldMkLst>
      </pc:sldChg>
      <pc:sldChg chg="add">
        <pc:chgData name="Darshan Sarojini" userId="07b82a2003645659" providerId="LiveId" clId="{F7DFD5AA-5B74-475B-87DA-39B49D4BCF01}" dt="2024-01-16T20:18:05.541" v="593"/>
        <pc:sldMkLst>
          <pc:docMk/>
          <pc:sldMk cId="742715143" sldId="300"/>
        </pc:sldMkLst>
      </pc:sldChg>
      <pc:sldChg chg="del ord">
        <pc:chgData name="Darshan Sarojini" userId="07b82a2003645659" providerId="LiveId" clId="{F7DFD5AA-5B74-475B-87DA-39B49D4BCF01}" dt="2024-01-16T20:17:50.692" v="590" actId="2696"/>
        <pc:sldMkLst>
          <pc:docMk/>
          <pc:sldMk cId="3167332531" sldId="300"/>
        </pc:sldMkLst>
      </pc:sldChg>
      <pc:sldChg chg="addSp modSp mod ord modAnim">
        <pc:chgData name="Darshan Sarojini" userId="07b82a2003645659" providerId="LiveId" clId="{F7DFD5AA-5B74-475B-87DA-39B49D4BCF01}" dt="2024-01-17T00:12:40.687" v="1507" actId="1076"/>
        <pc:sldMkLst>
          <pc:docMk/>
          <pc:sldMk cId="970151951" sldId="302"/>
        </pc:sldMkLst>
      </pc:sldChg>
      <pc:sldChg chg="ord">
        <pc:chgData name="Darshan Sarojini" userId="07b82a2003645659" providerId="LiveId" clId="{F7DFD5AA-5B74-475B-87DA-39B49D4BCF01}" dt="2024-01-16T20:16:44.998" v="588"/>
        <pc:sldMkLst>
          <pc:docMk/>
          <pc:sldMk cId="2473206941" sldId="303"/>
        </pc:sldMkLst>
      </pc:sldChg>
      <pc:sldChg chg="del">
        <pc:chgData name="Darshan Sarojini" userId="07b82a2003645659" providerId="LiveId" clId="{F7DFD5AA-5B74-475B-87DA-39B49D4BCF01}" dt="2024-01-16T20:15:54.477" v="586" actId="47"/>
        <pc:sldMkLst>
          <pc:docMk/>
          <pc:sldMk cId="3089347484" sldId="304"/>
        </pc:sldMkLst>
      </pc:sldChg>
      <pc:sldChg chg="modSp mod">
        <pc:chgData name="Darshan Sarojini" userId="07b82a2003645659" providerId="LiveId" clId="{F7DFD5AA-5B74-475B-87DA-39B49D4BCF01}" dt="2024-01-22T21:34:04.914" v="8580" actId="20577"/>
        <pc:sldMkLst>
          <pc:docMk/>
          <pc:sldMk cId="3801504330" sldId="305"/>
        </pc:sldMkLst>
      </pc:sldChg>
      <pc:sldChg chg="modSp mod">
        <pc:chgData name="Darshan Sarojini" userId="07b82a2003645659" providerId="LiveId" clId="{F7DFD5AA-5B74-475B-87DA-39B49D4BCF01}" dt="2024-01-16T19:38:44.068" v="298" actId="313"/>
        <pc:sldMkLst>
          <pc:docMk/>
          <pc:sldMk cId="2611676271" sldId="306"/>
        </pc:sldMkLst>
      </pc:sldChg>
      <pc:sldChg chg="modSp mod">
        <pc:chgData name="Darshan Sarojini" userId="07b82a2003645659" providerId="LiveId" clId="{F7DFD5AA-5B74-475B-87DA-39B49D4BCF01}" dt="2024-01-25T22:10:51.265" v="15657" actId="113"/>
        <pc:sldMkLst>
          <pc:docMk/>
          <pc:sldMk cId="3072828925" sldId="307"/>
        </pc:sldMkLst>
      </pc:sldChg>
      <pc:sldChg chg="addSp delSp modSp add mod modClrScheme chgLayout">
        <pc:chgData name="Darshan Sarojini" userId="07b82a2003645659" providerId="LiveId" clId="{F7DFD5AA-5B74-475B-87DA-39B49D4BCF01}" dt="2024-01-16T20:13:37.879" v="577" actId="478"/>
        <pc:sldMkLst>
          <pc:docMk/>
          <pc:sldMk cId="131864851" sldId="308"/>
        </pc:sldMkLst>
      </pc:sldChg>
      <pc:sldChg chg="del">
        <pc:chgData name="Darshan Sarojini" userId="07b82a2003645659" providerId="LiveId" clId="{F7DFD5AA-5B74-475B-87DA-39B49D4BCF01}" dt="2024-01-16T20:11:46.625" v="562" actId="2696"/>
        <pc:sldMkLst>
          <pc:docMk/>
          <pc:sldMk cId="661723765" sldId="308"/>
        </pc:sldMkLst>
      </pc:sldChg>
      <pc:sldChg chg="ord">
        <pc:chgData name="Darshan Sarojini" userId="07b82a2003645659" providerId="LiveId" clId="{F7DFD5AA-5B74-475B-87DA-39B49D4BCF01}" dt="2024-01-16T20:16:44.998" v="588"/>
        <pc:sldMkLst>
          <pc:docMk/>
          <pc:sldMk cId="591551432" sldId="309"/>
        </pc:sldMkLst>
      </pc:sldChg>
      <pc:sldChg chg="modSp mod modNotesTx">
        <pc:chgData name="Darshan Sarojini" userId="07b82a2003645659" providerId="LiveId" clId="{F7DFD5AA-5B74-475B-87DA-39B49D4BCF01}" dt="2024-01-25T22:11:38.275" v="15718"/>
        <pc:sldMkLst>
          <pc:docMk/>
          <pc:sldMk cId="2824738046" sldId="310"/>
        </pc:sldMkLst>
      </pc:sldChg>
      <pc:sldChg chg="add">
        <pc:chgData name="Darshan Sarojini" userId="07b82a2003645659" providerId="LiveId" clId="{F7DFD5AA-5B74-475B-87DA-39B49D4BCF01}" dt="2024-01-16T20:18:05.541" v="593"/>
        <pc:sldMkLst>
          <pc:docMk/>
          <pc:sldMk cId="2317155393" sldId="311"/>
        </pc:sldMkLst>
      </pc:sldChg>
      <pc:sldChg chg="del">
        <pc:chgData name="Darshan Sarojini" userId="07b82a2003645659" providerId="LiveId" clId="{F7DFD5AA-5B74-475B-87DA-39B49D4BCF01}" dt="2024-01-16T20:17:50.692" v="590" actId="2696"/>
        <pc:sldMkLst>
          <pc:docMk/>
          <pc:sldMk cId="4140266186" sldId="311"/>
        </pc:sldMkLst>
      </pc:sldChg>
      <pc:sldChg chg="add ord">
        <pc:chgData name="Darshan Sarojini" userId="07b82a2003645659" providerId="LiveId" clId="{F7DFD5AA-5B74-475B-87DA-39B49D4BCF01}" dt="2024-01-21T19:22:24.692" v="4131"/>
        <pc:sldMkLst>
          <pc:docMk/>
          <pc:sldMk cId="3009289433" sldId="348"/>
        </pc:sldMkLst>
      </pc:sldChg>
      <pc:sldChg chg="modSp add del mod">
        <pc:chgData name="Darshan Sarojini" userId="07b82a2003645659" providerId="LiveId" clId="{F7DFD5AA-5B74-475B-87DA-39B49D4BCF01}" dt="2024-01-16T18:29:44.397" v="44" actId="47"/>
        <pc:sldMkLst>
          <pc:docMk/>
          <pc:sldMk cId="1533219042" sldId="352"/>
        </pc:sldMkLst>
      </pc:sldChg>
      <pc:sldChg chg="modSp add del mod ord">
        <pc:chgData name="Darshan Sarojini" userId="07b82a2003645659" providerId="LiveId" clId="{F7DFD5AA-5B74-475B-87DA-39B49D4BCF01}" dt="2024-01-21T20:28:24.169" v="5901" actId="2696"/>
        <pc:sldMkLst>
          <pc:docMk/>
          <pc:sldMk cId="3787527721" sldId="353"/>
        </pc:sldMkLst>
      </pc:sldChg>
      <pc:sldChg chg="add">
        <pc:chgData name="Darshan Sarojini" userId="07b82a2003645659" providerId="LiveId" clId="{F7DFD5AA-5B74-475B-87DA-39B49D4BCF01}" dt="2024-01-21T20:28:30.830" v="5902"/>
        <pc:sldMkLst>
          <pc:docMk/>
          <pc:sldMk cId="4003812588" sldId="353"/>
        </pc:sldMkLst>
      </pc:sldChg>
      <pc:sldChg chg="addSp delSp modSp new mod modAnim">
        <pc:chgData name="Darshan Sarojini" userId="07b82a2003645659" providerId="LiveId" clId="{F7DFD5AA-5B74-475B-87DA-39B49D4BCF01}" dt="2024-01-16T20:39:07.621" v="709" actId="207"/>
        <pc:sldMkLst>
          <pc:docMk/>
          <pc:sldMk cId="3591870215" sldId="354"/>
        </pc:sldMkLst>
      </pc:sldChg>
      <pc:sldChg chg="addSp delSp modSp add mod delAnim modAnim">
        <pc:chgData name="Darshan Sarojini" userId="07b82a2003645659" providerId="LiveId" clId="{F7DFD5AA-5B74-475B-87DA-39B49D4BCF01}" dt="2024-01-24T18:40:19.585" v="10169" actId="1036"/>
        <pc:sldMkLst>
          <pc:docMk/>
          <pc:sldMk cId="244485136" sldId="355"/>
        </pc:sldMkLst>
      </pc:sldChg>
      <pc:sldChg chg="addSp delSp modSp new del mod">
        <pc:chgData name="Darshan Sarojini" userId="07b82a2003645659" providerId="LiveId" clId="{F7DFD5AA-5B74-475B-87DA-39B49D4BCF01}" dt="2024-01-16T23:56:01.512" v="1362" actId="47"/>
        <pc:sldMkLst>
          <pc:docMk/>
          <pc:sldMk cId="3327922990" sldId="355"/>
        </pc:sldMkLst>
      </pc:sldChg>
      <pc:sldChg chg="addSp delSp modSp add del mod modAnim">
        <pc:chgData name="Darshan Sarojini" userId="07b82a2003645659" providerId="LiveId" clId="{F7DFD5AA-5B74-475B-87DA-39B49D4BCF01}" dt="2024-01-24T21:44:39.606" v="13197" actId="47"/>
        <pc:sldMkLst>
          <pc:docMk/>
          <pc:sldMk cId="4035402590" sldId="356"/>
        </pc:sldMkLst>
      </pc:sldChg>
      <pc:sldChg chg="addSp delSp modSp add del mod delAnim">
        <pc:chgData name="Darshan Sarojini" userId="07b82a2003645659" providerId="LiveId" clId="{F7DFD5AA-5B74-475B-87DA-39B49D4BCF01}" dt="2024-01-24T21:49:17.081" v="13247" actId="47"/>
        <pc:sldMkLst>
          <pc:docMk/>
          <pc:sldMk cId="475895558" sldId="357"/>
        </pc:sldMkLst>
      </pc:sldChg>
      <pc:sldChg chg="addSp delSp modSp add mod modAnim modNotesTx">
        <pc:chgData name="Darshan Sarojini" userId="07b82a2003645659" providerId="LiveId" clId="{F7DFD5AA-5B74-475B-87DA-39B49D4BCF01}" dt="2024-01-26T21:10:56.808" v="16977" actId="1076"/>
        <pc:sldMkLst>
          <pc:docMk/>
          <pc:sldMk cId="2079063745" sldId="358"/>
        </pc:sldMkLst>
      </pc:sldChg>
      <pc:sldChg chg="addSp delSp modSp add del mod addAnim delAnim modAnim">
        <pc:chgData name="Darshan Sarojini" userId="07b82a2003645659" providerId="LiveId" clId="{F7DFD5AA-5B74-475B-87DA-39B49D4BCF01}" dt="2024-01-24T21:40:08.848" v="13140" actId="47"/>
        <pc:sldMkLst>
          <pc:docMk/>
          <pc:sldMk cId="2601363761" sldId="359"/>
        </pc:sldMkLst>
      </pc:sldChg>
      <pc:sldChg chg="addSp delSp modSp add mod delAnim modAnim">
        <pc:chgData name="Darshan Sarojini" userId="07b82a2003645659" providerId="LiveId" clId="{F7DFD5AA-5B74-475B-87DA-39B49D4BCF01}" dt="2024-01-25T22:02:56.976" v="15478"/>
        <pc:sldMkLst>
          <pc:docMk/>
          <pc:sldMk cId="2685699731" sldId="360"/>
        </pc:sldMkLst>
      </pc:sldChg>
      <pc:sldChg chg="addSp delSp modSp add del mod">
        <pc:chgData name="Darshan Sarojini" userId="07b82a2003645659" providerId="LiveId" clId="{F7DFD5AA-5B74-475B-87DA-39B49D4BCF01}" dt="2024-01-24T21:51:46.016" v="13276" actId="47"/>
        <pc:sldMkLst>
          <pc:docMk/>
          <pc:sldMk cId="1872235554" sldId="361"/>
        </pc:sldMkLst>
      </pc:sldChg>
      <pc:sldChg chg="addSp delSp modSp add mod delAnim modAnim">
        <pc:chgData name="Darshan Sarojini" userId="07b82a2003645659" providerId="LiveId" clId="{F7DFD5AA-5B74-475B-87DA-39B49D4BCF01}" dt="2024-01-25T22:03:57.944" v="15484"/>
        <pc:sldMkLst>
          <pc:docMk/>
          <pc:sldMk cId="481214940" sldId="362"/>
        </pc:sldMkLst>
      </pc:sldChg>
      <pc:sldChg chg="addSp delSp modSp add mod ord delAnim modAnim modNotesTx">
        <pc:chgData name="Darshan Sarojini" userId="07b82a2003645659" providerId="LiveId" clId="{F7DFD5AA-5B74-475B-87DA-39B49D4BCF01}" dt="2024-01-26T21:06:38.522" v="16974" actId="20577"/>
        <pc:sldMkLst>
          <pc:docMk/>
          <pc:sldMk cId="37249219" sldId="363"/>
        </pc:sldMkLst>
      </pc:sldChg>
      <pc:sldChg chg="modSp add mod">
        <pc:chgData name="Darshan Sarojini" userId="07b82a2003645659" providerId="LiveId" clId="{F7DFD5AA-5B74-475B-87DA-39B49D4BCF01}" dt="2024-01-18T21:15:00.102" v="1668" actId="207"/>
        <pc:sldMkLst>
          <pc:docMk/>
          <pc:sldMk cId="3496533289" sldId="368"/>
        </pc:sldMkLst>
      </pc:sldChg>
      <pc:sldChg chg="add">
        <pc:chgData name="Darshan Sarojini" userId="07b82a2003645659" providerId="LiveId" clId="{F7DFD5AA-5B74-475B-87DA-39B49D4BCF01}" dt="2024-01-21T21:03:44.661" v="7210"/>
        <pc:sldMkLst>
          <pc:docMk/>
          <pc:sldMk cId="390985965" sldId="369"/>
        </pc:sldMkLst>
      </pc:sldChg>
      <pc:sldChg chg="modSp add del mod ord">
        <pc:chgData name="Darshan Sarojini" userId="07b82a2003645659" providerId="LiveId" clId="{F7DFD5AA-5B74-475B-87DA-39B49D4BCF01}" dt="2024-01-21T21:03:31.569" v="7209" actId="2696"/>
        <pc:sldMkLst>
          <pc:docMk/>
          <pc:sldMk cId="3944440818" sldId="369"/>
        </pc:sldMkLst>
      </pc:sldChg>
      <pc:sldChg chg="addSp delSp modSp add mod ord modAnim">
        <pc:chgData name="Darshan Sarojini" userId="07b82a2003645659" providerId="LiveId" clId="{F7DFD5AA-5B74-475B-87DA-39B49D4BCF01}" dt="2024-01-22T21:29:01.535" v="8449" actId="1076"/>
        <pc:sldMkLst>
          <pc:docMk/>
          <pc:sldMk cId="1496011728" sldId="370"/>
        </pc:sldMkLst>
      </pc:sldChg>
      <pc:sldChg chg="delSp add del mod delAnim modNotesTx">
        <pc:chgData name="Darshan Sarojini" userId="07b82a2003645659" providerId="LiveId" clId="{F7DFD5AA-5B74-475B-87DA-39B49D4BCF01}" dt="2024-01-24T19:12:26.301" v="10967" actId="47"/>
        <pc:sldMkLst>
          <pc:docMk/>
          <pc:sldMk cId="4098295110" sldId="372"/>
        </pc:sldMkLst>
      </pc:sldChg>
      <pc:sldChg chg="add">
        <pc:chgData name="Darshan Sarojini" userId="07b82a2003645659" providerId="LiveId" clId="{F7DFD5AA-5B74-475B-87DA-39B49D4BCF01}" dt="2024-01-17T00:11:24.708" v="1477"/>
        <pc:sldMkLst>
          <pc:docMk/>
          <pc:sldMk cId="2579735112" sldId="374"/>
        </pc:sldMkLst>
      </pc:sldChg>
      <pc:sldChg chg="add">
        <pc:chgData name="Darshan Sarojini" userId="07b82a2003645659" providerId="LiveId" clId="{F7DFD5AA-5B74-475B-87DA-39B49D4BCF01}" dt="2024-01-17T00:11:24.708" v="1477"/>
        <pc:sldMkLst>
          <pc:docMk/>
          <pc:sldMk cId="1821746015" sldId="376"/>
        </pc:sldMkLst>
      </pc:sldChg>
      <pc:sldChg chg="add">
        <pc:chgData name="Darshan Sarojini" userId="07b82a2003645659" providerId="LiveId" clId="{F7DFD5AA-5B74-475B-87DA-39B49D4BCF01}" dt="2024-01-17T00:11:24.708" v="1477"/>
        <pc:sldMkLst>
          <pc:docMk/>
          <pc:sldMk cId="2229760122" sldId="377"/>
        </pc:sldMkLst>
      </pc:sldChg>
      <pc:sldChg chg="addSp delSp modSp add mod delAnim modAnim modNotesTx">
        <pc:chgData name="Darshan Sarojini" userId="07b82a2003645659" providerId="LiveId" clId="{F7DFD5AA-5B74-475B-87DA-39B49D4BCF01}" dt="2024-01-27T00:38:49.646" v="17483" actId="6549"/>
        <pc:sldMkLst>
          <pc:docMk/>
          <pc:sldMk cId="2133879475" sldId="378"/>
        </pc:sldMkLst>
      </pc:sldChg>
      <pc:sldChg chg="addSp modSp add mod modAnim modNotesTx">
        <pc:chgData name="Darshan Sarojini" userId="07b82a2003645659" providerId="LiveId" clId="{F7DFD5AA-5B74-475B-87DA-39B49D4BCF01}" dt="2024-01-25T18:06:38.076" v="14217" actId="120"/>
        <pc:sldMkLst>
          <pc:docMk/>
          <pc:sldMk cId="1292498607" sldId="379"/>
        </pc:sldMkLst>
      </pc:sldChg>
      <pc:sldChg chg="add del">
        <pc:chgData name="Darshan Sarojini" userId="07b82a2003645659" providerId="LiveId" clId="{F7DFD5AA-5B74-475B-87DA-39B49D4BCF01}" dt="2024-01-21T20:02:47.837" v="5197" actId="2696"/>
        <pc:sldMkLst>
          <pc:docMk/>
          <pc:sldMk cId="1736659817" sldId="379"/>
        </pc:sldMkLst>
      </pc:sldChg>
      <pc:sldChg chg="add">
        <pc:chgData name="Darshan Sarojini" userId="07b82a2003645659" providerId="LiveId" clId="{F7DFD5AA-5B74-475B-87DA-39B49D4BCF01}" dt="2024-01-17T00:02:34.415" v="1395"/>
        <pc:sldMkLst>
          <pc:docMk/>
          <pc:sldMk cId="636361134" sldId="380"/>
        </pc:sldMkLst>
      </pc:sldChg>
      <pc:sldChg chg="addSp delSp modSp add mod modAnim modNotesTx">
        <pc:chgData name="Darshan Sarojini" userId="07b82a2003645659" providerId="LiveId" clId="{F7DFD5AA-5B74-475B-87DA-39B49D4BCF01}" dt="2024-01-27T00:56:48.167" v="17555" actId="1076"/>
        <pc:sldMkLst>
          <pc:docMk/>
          <pc:sldMk cId="527274537" sldId="381"/>
        </pc:sldMkLst>
      </pc:sldChg>
      <pc:sldChg chg="add del">
        <pc:chgData name="Darshan Sarojini" userId="07b82a2003645659" providerId="LiveId" clId="{F7DFD5AA-5B74-475B-87DA-39B49D4BCF01}" dt="2024-01-21T21:05:48.353" v="7215" actId="2696"/>
        <pc:sldMkLst>
          <pc:docMk/>
          <pc:sldMk cId="1221992428" sldId="384"/>
        </pc:sldMkLst>
      </pc:sldChg>
      <pc:sldChg chg="add">
        <pc:chgData name="Darshan Sarojini" userId="07b82a2003645659" providerId="LiveId" clId="{F7DFD5AA-5B74-475B-87DA-39B49D4BCF01}" dt="2024-01-21T21:05:54.454" v="7216"/>
        <pc:sldMkLst>
          <pc:docMk/>
          <pc:sldMk cId="4247486189" sldId="384"/>
        </pc:sldMkLst>
      </pc:sldChg>
      <pc:sldChg chg="add">
        <pc:chgData name="Darshan Sarojini" userId="07b82a2003645659" providerId="LiveId" clId="{F7DFD5AA-5B74-475B-87DA-39B49D4BCF01}" dt="2024-01-17T00:11:24.708" v="1477"/>
        <pc:sldMkLst>
          <pc:docMk/>
          <pc:sldMk cId="3355912407" sldId="389"/>
        </pc:sldMkLst>
      </pc:sldChg>
      <pc:sldChg chg="add">
        <pc:chgData name="Darshan Sarojini" userId="07b82a2003645659" providerId="LiveId" clId="{F7DFD5AA-5B74-475B-87DA-39B49D4BCF01}" dt="2024-01-17T00:11:07.141" v="1476"/>
        <pc:sldMkLst>
          <pc:docMk/>
          <pc:sldMk cId="3386942484" sldId="390"/>
        </pc:sldMkLst>
      </pc:sldChg>
      <pc:sldChg chg="add ord">
        <pc:chgData name="Darshan Sarojini" userId="07b82a2003645659" providerId="LiveId" clId="{F7DFD5AA-5B74-475B-87DA-39B49D4BCF01}" dt="2024-01-21T19:22:24.692" v="4131"/>
        <pc:sldMkLst>
          <pc:docMk/>
          <pc:sldMk cId="1174807097" sldId="391"/>
        </pc:sldMkLst>
      </pc:sldChg>
      <pc:sldChg chg="add">
        <pc:chgData name="Darshan Sarojini" userId="07b82a2003645659" providerId="LiveId" clId="{F7DFD5AA-5B74-475B-87DA-39B49D4BCF01}" dt="2024-01-21T21:05:54.454" v="7216"/>
        <pc:sldMkLst>
          <pc:docMk/>
          <pc:sldMk cId="764595863" sldId="397"/>
        </pc:sldMkLst>
      </pc:sldChg>
      <pc:sldChg chg="add del">
        <pc:chgData name="Darshan Sarojini" userId="07b82a2003645659" providerId="LiveId" clId="{F7DFD5AA-5B74-475B-87DA-39B49D4BCF01}" dt="2024-01-21T21:05:48.353" v="7215" actId="2696"/>
        <pc:sldMkLst>
          <pc:docMk/>
          <pc:sldMk cId="4137590476" sldId="397"/>
        </pc:sldMkLst>
      </pc:sldChg>
      <pc:sldChg chg="modSp add mod">
        <pc:chgData name="Darshan Sarojini" userId="07b82a2003645659" providerId="LiveId" clId="{F7DFD5AA-5B74-475B-87DA-39B49D4BCF01}" dt="2024-01-16T23:59:04.844" v="1383" actId="1076"/>
        <pc:sldMkLst>
          <pc:docMk/>
          <pc:sldMk cId="3420213354" sldId="398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3009722833" sldId="402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3921969593" sldId="402"/>
        </pc:sldMkLst>
      </pc:sldChg>
      <pc:sldChg chg="add del">
        <pc:chgData name="Darshan Sarojini" userId="07b82a2003645659" providerId="LiveId" clId="{F7DFD5AA-5B74-475B-87DA-39B49D4BCF01}" dt="2024-01-18T20:51:19.501" v="1605" actId="2696"/>
        <pc:sldMkLst>
          <pc:docMk/>
          <pc:sldMk cId="1628828919" sldId="403"/>
        </pc:sldMkLst>
      </pc:sldChg>
      <pc:sldChg chg="modSp add mod">
        <pc:chgData name="Darshan Sarojini" userId="07b82a2003645659" providerId="LiveId" clId="{F7DFD5AA-5B74-475B-87DA-39B49D4BCF01}" dt="2024-01-17T00:17:15.727" v="1539" actId="12"/>
        <pc:sldMkLst>
          <pc:docMk/>
          <pc:sldMk cId="2915744511" sldId="404"/>
        </pc:sldMkLst>
      </pc:sldChg>
      <pc:sldChg chg="addSp delSp modSp add del mod delAnim modAnim">
        <pc:chgData name="Darshan Sarojini" userId="07b82a2003645659" providerId="LiveId" clId="{F7DFD5AA-5B74-475B-87DA-39B49D4BCF01}" dt="2024-01-17T00:15:29.998" v="1537" actId="47"/>
        <pc:sldMkLst>
          <pc:docMk/>
          <pc:sldMk cId="3775662035" sldId="405"/>
        </pc:sldMkLst>
      </pc:sldChg>
      <pc:sldChg chg="add">
        <pc:chgData name="Darshan Sarojini" userId="07b82a2003645659" providerId="LiveId" clId="{F7DFD5AA-5B74-475B-87DA-39B49D4BCF01}" dt="2024-01-17T00:02:34.415" v="1395"/>
        <pc:sldMkLst>
          <pc:docMk/>
          <pc:sldMk cId="1313093912" sldId="406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944609089" sldId="415"/>
        </pc:sldMkLst>
      </pc:sldChg>
      <pc:sldChg chg="modSp add mod">
        <pc:chgData name="Darshan Sarojini" userId="07b82a2003645659" providerId="LiveId" clId="{F7DFD5AA-5B74-475B-87DA-39B49D4BCF01}" dt="2024-01-21T21:46:26.909" v="8118" actId="1076"/>
        <pc:sldMkLst>
          <pc:docMk/>
          <pc:sldMk cId="2134660036" sldId="415"/>
        </pc:sldMkLst>
      </pc:sldChg>
      <pc:sldChg chg="add">
        <pc:chgData name="Darshan Sarojini" userId="07b82a2003645659" providerId="LiveId" clId="{F7DFD5AA-5B74-475B-87DA-39B49D4BCF01}" dt="2024-01-16T23:56:55.966" v="1366"/>
        <pc:sldMkLst>
          <pc:docMk/>
          <pc:sldMk cId="1710586768" sldId="416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1434090986" sldId="417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2471204561" sldId="417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1460715119" sldId="418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1964316110" sldId="418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3508160048" sldId="419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3926692283" sldId="419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310744226" sldId="420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4192430997" sldId="420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832838233" sldId="422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3367289093" sldId="422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307329598" sldId="423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1687024231" sldId="423"/>
        </pc:sldMkLst>
      </pc:sldChg>
      <pc:sldChg chg="add del">
        <pc:chgData name="Darshan Sarojini" userId="07b82a2003645659" providerId="LiveId" clId="{F7DFD5AA-5B74-475B-87DA-39B49D4BCF01}" dt="2024-01-16T20:45:24.245" v="724" actId="2696"/>
        <pc:sldMkLst>
          <pc:docMk/>
          <pc:sldMk cId="3608980602" sldId="424"/>
        </pc:sldMkLst>
      </pc:sldChg>
      <pc:sldChg chg="add">
        <pc:chgData name="Darshan Sarojini" userId="07b82a2003645659" providerId="LiveId" clId="{F7DFD5AA-5B74-475B-87DA-39B49D4BCF01}" dt="2024-01-16T20:45:36.604" v="727"/>
        <pc:sldMkLst>
          <pc:docMk/>
          <pc:sldMk cId="3791088723" sldId="424"/>
        </pc:sldMkLst>
      </pc:sldChg>
      <pc:sldChg chg="addSp delSp modSp add mod ord">
        <pc:chgData name="Darshan Sarojini" userId="07b82a2003645659" providerId="LiveId" clId="{F7DFD5AA-5B74-475B-87DA-39B49D4BCF01}" dt="2024-01-17T00:30:11.317" v="1604" actId="6549"/>
        <pc:sldMkLst>
          <pc:docMk/>
          <pc:sldMk cId="2410720455" sldId="425"/>
        </pc:sldMkLst>
      </pc:sldChg>
      <pc:sldChg chg="add ord">
        <pc:chgData name="Darshan Sarojini" userId="07b82a2003645659" providerId="LiveId" clId="{F7DFD5AA-5B74-475B-87DA-39B49D4BCF01}" dt="2024-01-17T00:11:59.526" v="1479"/>
        <pc:sldMkLst>
          <pc:docMk/>
          <pc:sldMk cId="3659265169" sldId="435"/>
        </pc:sldMkLst>
      </pc:sldChg>
      <pc:sldChg chg="modSp add mod">
        <pc:chgData name="Darshan Sarojini" userId="07b82a2003645659" providerId="LiveId" clId="{F7DFD5AA-5B74-475B-87DA-39B49D4BCF01}" dt="2024-01-17T00:17:06.022" v="1538" actId="12"/>
        <pc:sldMkLst>
          <pc:docMk/>
          <pc:sldMk cId="2395531261" sldId="436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4031617118" sldId="437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804714186" sldId="438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3528840470" sldId="439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2181964454" sldId="440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4037136886" sldId="441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1635688282" sldId="442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3224089108" sldId="443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2961871494" sldId="444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1404022068" sldId="445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1890090223" sldId="446"/>
        </pc:sldMkLst>
      </pc:sldChg>
      <pc:sldChg chg="add del">
        <pc:chgData name="Darshan Sarojini" userId="07b82a2003645659" providerId="LiveId" clId="{F7DFD5AA-5B74-475B-87DA-39B49D4BCF01}" dt="2024-01-17T00:18:48.797" v="1540" actId="47"/>
        <pc:sldMkLst>
          <pc:docMk/>
          <pc:sldMk cId="3780909832" sldId="447"/>
        </pc:sldMkLst>
      </pc:sldChg>
      <pc:sldChg chg="add ord">
        <pc:chgData name="Darshan Sarojini" userId="07b82a2003645659" providerId="LiveId" clId="{F7DFD5AA-5B74-475B-87DA-39B49D4BCF01}" dt="2024-01-21T19:22:24.692" v="4131"/>
        <pc:sldMkLst>
          <pc:docMk/>
          <pc:sldMk cId="3189475196" sldId="448"/>
        </pc:sldMkLst>
      </pc:sldChg>
      <pc:sldChg chg="add">
        <pc:chgData name="Darshan Sarojini" userId="07b82a2003645659" providerId="LiveId" clId="{F7DFD5AA-5B74-475B-87DA-39B49D4BCF01}" dt="2024-01-17T00:10:46.719" v="1475"/>
        <pc:sldMkLst>
          <pc:docMk/>
          <pc:sldMk cId="4111429412" sldId="449"/>
        </pc:sldMkLst>
      </pc:sldChg>
      <pc:sldChg chg="add">
        <pc:chgData name="Darshan Sarojini" userId="07b82a2003645659" providerId="LiveId" clId="{F7DFD5AA-5B74-475B-87DA-39B49D4BCF01}" dt="2024-01-17T00:10:46.719" v="1475"/>
        <pc:sldMkLst>
          <pc:docMk/>
          <pc:sldMk cId="4001081972" sldId="450"/>
        </pc:sldMkLst>
      </pc:sldChg>
      <pc:sldChg chg="add">
        <pc:chgData name="Darshan Sarojini" userId="07b82a2003645659" providerId="LiveId" clId="{F7DFD5AA-5B74-475B-87DA-39B49D4BCF01}" dt="2024-01-17T00:10:46.719" v="1475"/>
        <pc:sldMkLst>
          <pc:docMk/>
          <pc:sldMk cId="3715612114" sldId="451"/>
        </pc:sldMkLst>
      </pc:sldChg>
      <pc:sldChg chg="addSp delSp modSp add mod ord">
        <pc:chgData name="Darshan Sarojini" userId="07b82a2003645659" providerId="LiveId" clId="{F7DFD5AA-5B74-475B-87DA-39B49D4BCF01}" dt="2024-01-24T21:04:33.793" v="12634" actId="1076"/>
        <pc:sldMkLst>
          <pc:docMk/>
          <pc:sldMk cId="1104330036" sldId="452"/>
        </pc:sldMkLst>
      </pc:sldChg>
      <pc:sldChg chg="addSp delSp modSp add mod delAnim modAnim">
        <pc:chgData name="Darshan Sarojini" userId="07b82a2003645659" providerId="LiveId" clId="{F7DFD5AA-5B74-475B-87DA-39B49D4BCF01}" dt="2024-01-17T00:15:27.180" v="1536" actId="1076"/>
        <pc:sldMkLst>
          <pc:docMk/>
          <pc:sldMk cId="2933858625" sldId="453"/>
        </pc:sldMkLst>
      </pc:sldChg>
      <pc:sldChg chg="addSp delSp modSp new mod modAnim modNotesTx">
        <pc:chgData name="Darshan Sarojini" userId="07b82a2003645659" providerId="LiveId" clId="{F7DFD5AA-5B74-475B-87DA-39B49D4BCF01}" dt="2024-01-26T21:59:24.331" v="17019" actId="20577"/>
        <pc:sldMkLst>
          <pc:docMk/>
          <pc:sldMk cId="3751551003" sldId="454"/>
        </pc:sldMkLst>
      </pc:sldChg>
      <pc:sldChg chg="addSp delSp add mod ord">
        <pc:chgData name="Darshan Sarojini" userId="07b82a2003645659" providerId="LiveId" clId="{F7DFD5AA-5B74-475B-87DA-39B49D4BCF01}" dt="2024-01-21T21:42:52.717" v="8086" actId="478"/>
        <pc:sldMkLst>
          <pc:docMk/>
          <pc:sldMk cId="1768967669" sldId="455"/>
        </pc:sldMkLst>
      </pc:sldChg>
      <pc:sldChg chg="addSp delSp modSp add mod addAnim delAnim modAnim modNotesTx">
        <pc:chgData name="Darshan Sarojini" userId="07b82a2003645659" providerId="LiveId" clId="{F7DFD5AA-5B74-475B-87DA-39B49D4BCF01}" dt="2024-01-25T23:14:38.429" v="16872" actId="20577"/>
        <pc:sldMkLst>
          <pc:docMk/>
          <pc:sldMk cId="10708278" sldId="456"/>
        </pc:sldMkLst>
      </pc:sldChg>
      <pc:sldChg chg="addSp delSp modSp add del mod modNotesTx">
        <pc:chgData name="Darshan Sarojini" userId="07b82a2003645659" providerId="LiveId" clId="{F7DFD5AA-5B74-475B-87DA-39B49D4BCF01}" dt="2024-01-24T19:47:55.575" v="11933" actId="47"/>
        <pc:sldMkLst>
          <pc:docMk/>
          <pc:sldMk cId="3866478135" sldId="457"/>
        </pc:sldMkLst>
      </pc:sldChg>
      <pc:sldChg chg="addSp delSp modSp add del mod ord modNotesTx">
        <pc:chgData name="Darshan Sarojini" userId="07b82a2003645659" providerId="LiveId" clId="{F7DFD5AA-5B74-475B-87DA-39B49D4BCF01}" dt="2024-01-24T19:47:55.575" v="11933" actId="47"/>
        <pc:sldMkLst>
          <pc:docMk/>
          <pc:sldMk cId="2292432990" sldId="458"/>
        </pc:sldMkLst>
      </pc:sldChg>
      <pc:sldChg chg="delSp modSp add del mod ord">
        <pc:chgData name="Darshan Sarojini" userId="07b82a2003645659" providerId="LiveId" clId="{F7DFD5AA-5B74-475B-87DA-39B49D4BCF01}" dt="2024-01-24T19:47:55.575" v="11933" actId="47"/>
        <pc:sldMkLst>
          <pc:docMk/>
          <pc:sldMk cId="1397729912" sldId="459"/>
        </pc:sldMkLst>
      </pc:sldChg>
      <pc:sldChg chg="delSp modSp add del mod ord">
        <pc:chgData name="Darshan Sarojini" userId="07b82a2003645659" providerId="LiveId" clId="{F7DFD5AA-5B74-475B-87DA-39B49D4BCF01}" dt="2024-01-24T19:50:53.998" v="11946" actId="47"/>
        <pc:sldMkLst>
          <pc:docMk/>
          <pc:sldMk cId="452011536" sldId="460"/>
        </pc:sldMkLst>
      </pc:sldChg>
      <pc:sldChg chg="modSp add del mod">
        <pc:chgData name="Darshan Sarojini" userId="07b82a2003645659" providerId="LiveId" clId="{F7DFD5AA-5B74-475B-87DA-39B49D4BCF01}" dt="2024-01-18T22:08:00.852" v="3319" actId="2890"/>
        <pc:sldMkLst>
          <pc:docMk/>
          <pc:sldMk cId="528846279" sldId="460"/>
        </pc:sldMkLst>
      </pc:sldChg>
      <pc:sldChg chg="addSp delSp modSp mod modAnim">
        <pc:chgData name="Darshan Sarojini" userId="07b82a2003645659" providerId="LiveId" clId="{F7DFD5AA-5B74-475B-87DA-39B49D4BCF01}" dt="2024-01-25T19:12:25.739" v="14829" actId="1076"/>
        <pc:sldMkLst>
          <pc:docMk/>
          <pc:sldMk cId="3502385066" sldId="465"/>
        </pc:sldMkLst>
      </pc:sldChg>
      <pc:sldChg chg="addSp delSp modSp del mod">
        <pc:chgData name="Darshan Sarojini" userId="07b82a2003645659" providerId="LiveId" clId="{F7DFD5AA-5B74-475B-87DA-39B49D4BCF01}" dt="2024-01-22T22:06:40.111" v="9476" actId="47"/>
        <pc:sldMkLst>
          <pc:docMk/>
          <pc:sldMk cId="2660669322" sldId="466"/>
        </pc:sldMkLst>
      </pc:sldChg>
      <pc:sldChg chg="addSp delSp modSp del mod modAnim">
        <pc:chgData name="Darshan Sarojini" userId="07b82a2003645659" providerId="LiveId" clId="{F7DFD5AA-5B74-475B-87DA-39B49D4BCF01}" dt="2024-01-22T22:08:38.909" v="9494" actId="47"/>
        <pc:sldMkLst>
          <pc:docMk/>
          <pc:sldMk cId="112654110" sldId="467"/>
        </pc:sldMkLst>
      </pc:sldChg>
      <pc:sldChg chg="addSp delSp modSp mod modAnim">
        <pc:chgData name="Darshan Sarojini" userId="07b82a2003645659" providerId="LiveId" clId="{F7DFD5AA-5B74-475B-87DA-39B49D4BCF01}" dt="2024-01-25T19:26:54.318" v="15050"/>
        <pc:sldMkLst>
          <pc:docMk/>
          <pc:sldMk cId="2854241600" sldId="468"/>
        </pc:sldMkLst>
      </pc:sldChg>
      <pc:sldChg chg="addSp delSp modSp del mod modAnim">
        <pc:chgData name="Darshan Sarojini" userId="07b82a2003645659" providerId="LiveId" clId="{F7DFD5AA-5B74-475B-87DA-39B49D4BCF01}" dt="2024-01-22T22:06:19.136" v="9470" actId="47"/>
        <pc:sldMkLst>
          <pc:docMk/>
          <pc:sldMk cId="2436166722" sldId="469"/>
        </pc:sldMkLst>
      </pc:sldChg>
      <pc:sldChg chg="del">
        <pc:chgData name="Darshan Sarojini" userId="07b82a2003645659" providerId="LiveId" clId="{F7DFD5AA-5B74-475B-87DA-39B49D4BCF01}" dt="2024-01-21T21:04:16.965" v="7211" actId="47"/>
        <pc:sldMkLst>
          <pc:docMk/>
          <pc:sldMk cId="4009010815" sldId="471"/>
        </pc:sldMkLst>
      </pc:sldChg>
      <pc:sldChg chg="addSp delSp modSp mod modClrScheme delAnim modAnim chgLayout">
        <pc:chgData name="Darshan Sarojini" userId="07b82a2003645659" providerId="LiveId" clId="{F7DFD5AA-5B74-475B-87DA-39B49D4BCF01}" dt="2024-01-25T22:08:20.829" v="15623" actId="478"/>
        <pc:sldMkLst>
          <pc:docMk/>
          <pc:sldMk cId="1114795440" sldId="472"/>
        </pc:sldMkLst>
      </pc:sldChg>
      <pc:sldChg chg="addSp delSp modSp mod modClrScheme modAnim chgLayout">
        <pc:chgData name="Darshan Sarojini" userId="07b82a2003645659" providerId="LiveId" clId="{F7DFD5AA-5B74-475B-87DA-39B49D4BCF01}" dt="2024-01-24T22:02:48.875" v="13321"/>
        <pc:sldMkLst>
          <pc:docMk/>
          <pc:sldMk cId="3561000589" sldId="473"/>
        </pc:sldMkLst>
      </pc:sldChg>
      <pc:sldChg chg="modSp del mod modNotesTx">
        <pc:chgData name="Darshan Sarojini" userId="07b82a2003645659" providerId="LiveId" clId="{F7DFD5AA-5B74-475B-87DA-39B49D4BCF01}" dt="2024-01-24T19:12:23.478" v="10966" actId="47"/>
        <pc:sldMkLst>
          <pc:docMk/>
          <pc:sldMk cId="1432870409" sldId="474"/>
        </pc:sldMkLst>
      </pc:sldChg>
      <pc:sldChg chg="modSp del mod modNotesTx">
        <pc:chgData name="Darshan Sarojini" userId="07b82a2003645659" providerId="LiveId" clId="{F7DFD5AA-5B74-475B-87DA-39B49D4BCF01}" dt="2024-01-24T19:12:27.461" v="10968" actId="47"/>
        <pc:sldMkLst>
          <pc:docMk/>
          <pc:sldMk cId="4292030465" sldId="475"/>
        </pc:sldMkLst>
      </pc:sldChg>
      <pc:sldChg chg="modSp del mod">
        <pc:chgData name="Darshan Sarojini" userId="07b82a2003645659" providerId="LiveId" clId="{F7DFD5AA-5B74-475B-87DA-39B49D4BCF01}" dt="2024-01-24T20:00:04.011" v="12104" actId="47"/>
        <pc:sldMkLst>
          <pc:docMk/>
          <pc:sldMk cId="1583026015" sldId="476"/>
        </pc:sldMkLst>
      </pc:sldChg>
      <pc:sldChg chg="addSp delSp modSp mod ord modClrScheme chgLayout">
        <pc:chgData name="Darshan Sarojini" userId="07b82a2003645659" providerId="LiveId" clId="{F7DFD5AA-5B74-475B-87DA-39B49D4BCF01}" dt="2024-01-24T20:00:15.105" v="12106"/>
        <pc:sldMkLst>
          <pc:docMk/>
          <pc:sldMk cId="4042702581" sldId="477"/>
        </pc:sldMkLst>
      </pc:sldChg>
      <pc:sldChg chg="add">
        <pc:chgData name="Darshan Sarojini" userId="07b82a2003645659" providerId="LiveId" clId="{F7DFD5AA-5B74-475B-87DA-39B49D4BCF01}" dt="2024-01-24T21:00:26.623" v="12589"/>
        <pc:sldMkLst>
          <pc:docMk/>
          <pc:sldMk cId="3530856752" sldId="478"/>
        </pc:sldMkLst>
      </pc:sldChg>
      <pc:sldChg chg="modSp del mod">
        <pc:chgData name="Darshan Sarojini" userId="07b82a2003645659" providerId="LiveId" clId="{F7DFD5AA-5B74-475B-87DA-39B49D4BCF01}" dt="2024-01-24T21:00:16.016" v="12588" actId="2696"/>
        <pc:sldMkLst>
          <pc:docMk/>
          <pc:sldMk cId="4173201549" sldId="478"/>
        </pc:sldMkLst>
      </pc:sldChg>
      <pc:sldChg chg="addSp delSp modSp mod modClrScheme chgLayout">
        <pc:chgData name="Darshan Sarojini" userId="07b82a2003645659" providerId="LiveId" clId="{F7DFD5AA-5B74-475B-87DA-39B49D4BCF01}" dt="2024-01-25T18:17:46.946" v="14230" actId="20577"/>
        <pc:sldMkLst>
          <pc:docMk/>
          <pc:sldMk cId="538823544" sldId="479"/>
        </pc:sldMkLst>
      </pc:sldChg>
      <pc:sldChg chg="modSp mod ord">
        <pc:chgData name="Darshan Sarojini" userId="07b82a2003645659" providerId="LiveId" clId="{F7DFD5AA-5B74-475B-87DA-39B49D4BCF01}" dt="2024-01-25T22:09:46.551" v="15627"/>
        <pc:sldMkLst>
          <pc:docMk/>
          <pc:sldMk cId="3922891157" sldId="480"/>
        </pc:sldMkLst>
      </pc:sldChg>
      <pc:sldChg chg="addSp delSp modSp mod modClrScheme chgLayout">
        <pc:chgData name="Darshan Sarojini" userId="07b82a2003645659" providerId="LiveId" clId="{F7DFD5AA-5B74-475B-87DA-39B49D4BCF01}" dt="2024-01-21T22:15:35.627" v="8261"/>
        <pc:sldMkLst>
          <pc:docMk/>
          <pc:sldMk cId="1951997457" sldId="481"/>
        </pc:sldMkLst>
      </pc:sldChg>
      <pc:sldChg chg="addSp delSp modSp del mod delAnim">
        <pc:chgData name="Darshan Sarojini" userId="07b82a2003645659" providerId="LiveId" clId="{F7DFD5AA-5B74-475B-87DA-39B49D4BCF01}" dt="2024-01-24T21:50:10.344" v="13262" actId="47"/>
        <pc:sldMkLst>
          <pc:docMk/>
          <pc:sldMk cId="3251244152" sldId="482"/>
        </pc:sldMkLst>
      </pc:sldChg>
      <pc:sldChg chg="addSp delSp modSp new mod modAnim">
        <pc:chgData name="Darshan Sarojini" userId="07b82a2003645659" providerId="LiveId" clId="{F7DFD5AA-5B74-475B-87DA-39B49D4BCF01}" dt="2024-01-25T17:15:53.133" v="13459" actId="14100"/>
        <pc:sldMkLst>
          <pc:docMk/>
          <pc:sldMk cId="457605110" sldId="483"/>
        </pc:sldMkLst>
      </pc:sldChg>
      <pc:sldChg chg="delSp modSp add del mod delAnim">
        <pc:chgData name="Darshan Sarojini" userId="07b82a2003645659" providerId="LiveId" clId="{F7DFD5AA-5B74-475B-87DA-39B49D4BCF01}" dt="2024-01-21T20:14:20.095" v="5614" actId="47"/>
        <pc:sldMkLst>
          <pc:docMk/>
          <pc:sldMk cId="3352703262" sldId="484"/>
        </pc:sldMkLst>
      </pc:sldChg>
      <pc:sldChg chg="addSp delSp modSp add mod delAnim modAnim">
        <pc:chgData name="Darshan Sarojini" userId="07b82a2003645659" providerId="LiveId" clId="{F7DFD5AA-5B74-475B-87DA-39B49D4BCF01}" dt="2024-01-21T22:03:08.458" v="8178"/>
        <pc:sldMkLst>
          <pc:docMk/>
          <pc:sldMk cId="3161051758" sldId="485"/>
        </pc:sldMkLst>
      </pc:sldChg>
      <pc:sldChg chg="addSp delSp modSp add mod modAnim">
        <pc:chgData name="Darshan Sarojini" userId="07b82a2003645659" providerId="LiveId" clId="{F7DFD5AA-5B74-475B-87DA-39B49D4BCF01}" dt="2024-01-25T21:54:51.642" v="15240" actId="404"/>
        <pc:sldMkLst>
          <pc:docMk/>
          <pc:sldMk cId="426648082" sldId="486"/>
        </pc:sldMkLst>
      </pc:sldChg>
      <pc:sldChg chg="addSp delSp modSp add mod ord delAnim modAnim">
        <pc:chgData name="Darshan Sarojini" userId="07b82a2003645659" providerId="LiveId" clId="{F7DFD5AA-5B74-475B-87DA-39B49D4BCF01}" dt="2024-01-21T20:35:20.819" v="6040" actId="478"/>
        <pc:sldMkLst>
          <pc:docMk/>
          <pc:sldMk cId="4171296603" sldId="487"/>
        </pc:sldMkLst>
      </pc:sldChg>
      <pc:sldChg chg="add del">
        <pc:chgData name="Darshan Sarojini" userId="07b82a2003645659" providerId="LiveId" clId="{F7DFD5AA-5B74-475B-87DA-39B49D4BCF01}" dt="2024-01-21T20:41:44.998" v="6197" actId="47"/>
        <pc:sldMkLst>
          <pc:docMk/>
          <pc:sldMk cId="571706538" sldId="488"/>
        </pc:sldMkLst>
      </pc:sldChg>
      <pc:sldChg chg="addSp delSp modSp add mod delAnim modAnim">
        <pc:chgData name="Darshan Sarojini" userId="07b82a2003645659" providerId="LiveId" clId="{F7DFD5AA-5B74-475B-87DA-39B49D4BCF01}" dt="2024-01-21T21:57:56.364" v="8128"/>
        <pc:sldMkLst>
          <pc:docMk/>
          <pc:sldMk cId="113328624" sldId="489"/>
        </pc:sldMkLst>
      </pc:sldChg>
      <pc:sldChg chg="addSp delSp modSp add mod modAnim">
        <pc:chgData name="Darshan Sarojini" userId="07b82a2003645659" providerId="LiveId" clId="{F7DFD5AA-5B74-475B-87DA-39B49D4BCF01}" dt="2024-01-24T21:54:34.609" v="13286"/>
        <pc:sldMkLst>
          <pc:docMk/>
          <pc:sldMk cId="527772035" sldId="490"/>
        </pc:sldMkLst>
      </pc:sldChg>
      <pc:sldChg chg="addSp delSp modSp add mod delAnim modAnim">
        <pc:chgData name="Darshan Sarojini" userId="07b82a2003645659" providerId="LiveId" clId="{F7DFD5AA-5B74-475B-87DA-39B49D4BCF01}" dt="2024-01-24T18:05:33.897" v="9551"/>
        <pc:sldMkLst>
          <pc:docMk/>
          <pc:sldMk cId="3823666223" sldId="491"/>
        </pc:sldMkLst>
      </pc:sldChg>
      <pc:sldChg chg="addSp delSp modSp add mod delAnim modAnim">
        <pc:chgData name="Darshan Sarojini" userId="07b82a2003645659" providerId="LiveId" clId="{F7DFD5AA-5B74-475B-87DA-39B49D4BCF01}" dt="2024-01-25T23:05:49.863" v="16830"/>
        <pc:sldMkLst>
          <pc:docMk/>
          <pc:sldMk cId="1727073782" sldId="492"/>
        </pc:sldMkLst>
      </pc:sldChg>
      <pc:sldChg chg="delSp add del mod delAnim">
        <pc:chgData name="Darshan Sarojini" userId="07b82a2003645659" providerId="LiveId" clId="{F7DFD5AA-5B74-475B-87DA-39B49D4BCF01}" dt="2024-01-21T20:43:21.978" v="6217" actId="47"/>
        <pc:sldMkLst>
          <pc:docMk/>
          <pc:sldMk cId="3631663378" sldId="492"/>
        </pc:sldMkLst>
      </pc:sldChg>
      <pc:sldChg chg="addSp delSp modSp add mod ord modClrScheme addAnim delAnim modAnim chgLayout">
        <pc:chgData name="Darshan Sarojini" userId="07b82a2003645659" providerId="LiveId" clId="{F7DFD5AA-5B74-475B-87DA-39B49D4BCF01}" dt="2024-01-26T21:13:37.599" v="17001" actId="6549"/>
        <pc:sldMkLst>
          <pc:docMk/>
          <pc:sldMk cId="3615259867" sldId="493"/>
        </pc:sldMkLst>
      </pc:sldChg>
      <pc:sldChg chg="delSp add mod ord">
        <pc:chgData name="Darshan Sarojini" userId="07b82a2003645659" providerId="LiveId" clId="{F7DFD5AA-5B74-475B-87DA-39B49D4BCF01}" dt="2024-01-21T21:42:44.528" v="8084" actId="478"/>
        <pc:sldMkLst>
          <pc:docMk/>
          <pc:sldMk cId="3081263695" sldId="494"/>
        </pc:sldMkLst>
      </pc:sldChg>
      <pc:sldChg chg="addSp delSp modSp add mod ord delAnim modAnim">
        <pc:chgData name="Darshan Sarojini" userId="07b82a2003645659" providerId="LiveId" clId="{F7DFD5AA-5B74-475B-87DA-39B49D4BCF01}" dt="2024-01-24T21:55:28.418" v="13290"/>
        <pc:sldMkLst>
          <pc:docMk/>
          <pc:sldMk cId="1677716820" sldId="495"/>
        </pc:sldMkLst>
      </pc:sldChg>
      <pc:sldChg chg="addSp delSp modSp add mod delAnim modAnim">
        <pc:chgData name="Darshan Sarojini" userId="07b82a2003645659" providerId="LiveId" clId="{F7DFD5AA-5B74-475B-87DA-39B49D4BCF01}" dt="2024-01-24T22:03:19.985" v="13322"/>
        <pc:sldMkLst>
          <pc:docMk/>
          <pc:sldMk cId="287235116" sldId="496"/>
        </pc:sldMkLst>
      </pc:sldChg>
      <pc:sldChg chg="addSp delSp modSp add mod ord delAnim modAnim">
        <pc:chgData name="Darshan Sarojini" userId="07b82a2003645659" providerId="LiveId" clId="{F7DFD5AA-5B74-475B-87DA-39B49D4BCF01}" dt="2024-01-22T22:07:10.939" v="9482"/>
        <pc:sldMkLst>
          <pc:docMk/>
          <pc:sldMk cId="79272418" sldId="497"/>
        </pc:sldMkLst>
      </pc:sldChg>
      <pc:sldChg chg="modSp add del">
        <pc:chgData name="Darshan Sarojini" userId="07b82a2003645659" providerId="LiveId" clId="{F7DFD5AA-5B74-475B-87DA-39B49D4BCF01}" dt="2024-01-22T22:08:24.729" v="9492" actId="47"/>
        <pc:sldMkLst>
          <pc:docMk/>
          <pc:sldMk cId="2966537115" sldId="498"/>
        </pc:sldMkLst>
      </pc:sldChg>
      <pc:sldChg chg="addSp delSp modSp add mod delAnim modAnim">
        <pc:chgData name="Darshan Sarojini" userId="07b82a2003645659" providerId="LiveId" clId="{F7DFD5AA-5B74-475B-87DA-39B49D4BCF01}" dt="2024-01-24T19:03:45.253" v="10801" actId="478"/>
        <pc:sldMkLst>
          <pc:docMk/>
          <pc:sldMk cId="1192614328" sldId="499"/>
        </pc:sldMkLst>
      </pc:sldChg>
      <pc:sldChg chg="addSp delSp modSp mod delAnim modAnim">
        <pc:chgData name="Darshan Sarojini" userId="07b82a2003645659" providerId="LiveId" clId="{F7DFD5AA-5B74-475B-87DA-39B49D4BCF01}" dt="2024-01-25T22:52:15.091" v="16767" actId="478"/>
        <pc:sldMkLst>
          <pc:docMk/>
          <pc:sldMk cId="135973137" sldId="500"/>
        </pc:sldMkLst>
      </pc:sldChg>
      <pc:sldChg chg="addSp delSp modSp mod ord modAnim">
        <pc:chgData name="Darshan Sarojini" userId="07b82a2003645659" providerId="LiveId" clId="{F7DFD5AA-5B74-475B-87DA-39B49D4BCF01}" dt="2024-01-26T21:59:49.948" v="17021" actId="207"/>
        <pc:sldMkLst>
          <pc:docMk/>
          <pc:sldMk cId="6582038" sldId="501"/>
        </pc:sldMkLst>
      </pc:sldChg>
      <pc:sldChg chg="addSp delSp modSp add mod delAnim modAnim modNotesTx">
        <pc:chgData name="Darshan Sarojini" userId="07b82a2003645659" providerId="LiveId" clId="{F7DFD5AA-5B74-475B-87DA-39B49D4BCF01}" dt="2024-01-26T20:17:13.648" v="16930" actId="20577"/>
        <pc:sldMkLst>
          <pc:docMk/>
          <pc:sldMk cId="1283581546" sldId="502"/>
        </pc:sldMkLst>
      </pc:sldChg>
      <pc:sldChg chg="addSp delSp modSp add mod addAnim delAnim modAnim">
        <pc:chgData name="Darshan Sarojini" userId="07b82a2003645659" providerId="LiveId" clId="{F7DFD5AA-5B74-475B-87DA-39B49D4BCF01}" dt="2024-01-24T21:55:56.639" v="13294"/>
        <pc:sldMkLst>
          <pc:docMk/>
          <pc:sldMk cId="1929874805" sldId="503"/>
        </pc:sldMkLst>
      </pc:sldChg>
      <pc:sldChg chg="add del">
        <pc:chgData name="Darshan Sarojini" userId="07b82a2003645659" providerId="LiveId" clId="{F7DFD5AA-5B74-475B-87DA-39B49D4BCF01}" dt="2024-01-24T18:37:29.463" v="10080" actId="47"/>
        <pc:sldMkLst>
          <pc:docMk/>
          <pc:sldMk cId="3549963893" sldId="504"/>
        </pc:sldMkLst>
      </pc:sldChg>
      <pc:sldChg chg="modSp add del modAnim">
        <pc:chgData name="Darshan Sarojini" userId="07b82a2003645659" providerId="LiveId" clId="{F7DFD5AA-5B74-475B-87DA-39B49D4BCF01}" dt="2024-01-24T18:46:29.409" v="10341" actId="47"/>
        <pc:sldMkLst>
          <pc:docMk/>
          <pc:sldMk cId="4273049770" sldId="504"/>
        </pc:sldMkLst>
      </pc:sldChg>
      <pc:sldChg chg="addSp delSp modSp add mod delAnim modAnim">
        <pc:chgData name="Darshan Sarojini" userId="07b82a2003645659" providerId="LiveId" clId="{F7DFD5AA-5B74-475B-87DA-39B49D4BCF01}" dt="2024-01-26T20:17:29.569" v="16951" actId="20577"/>
        <pc:sldMkLst>
          <pc:docMk/>
          <pc:sldMk cId="3339777317" sldId="505"/>
        </pc:sldMkLst>
      </pc:sldChg>
      <pc:sldChg chg="add del">
        <pc:chgData name="Darshan Sarojini" userId="07b82a2003645659" providerId="LiveId" clId="{F7DFD5AA-5B74-475B-87DA-39B49D4BCF01}" dt="2024-01-24T19:11:17.598" v="10927" actId="47"/>
        <pc:sldMkLst>
          <pc:docMk/>
          <pc:sldMk cId="523862606" sldId="506"/>
        </pc:sldMkLst>
      </pc:sldChg>
      <pc:sldChg chg="addSp delSp modSp add mod delAnim modAnim">
        <pc:chgData name="Darshan Sarojini" userId="07b82a2003645659" providerId="LiveId" clId="{F7DFD5AA-5B74-475B-87DA-39B49D4BCF01}" dt="2024-01-25T18:08:19.290" v="14226" actId="113"/>
        <pc:sldMkLst>
          <pc:docMk/>
          <pc:sldMk cId="3829265935" sldId="507"/>
        </pc:sldMkLst>
      </pc:sldChg>
      <pc:sldChg chg="add">
        <pc:chgData name="Darshan Sarojini" userId="07b82a2003645659" providerId="LiveId" clId="{F7DFD5AA-5B74-475B-87DA-39B49D4BCF01}" dt="2024-01-24T19:03:38.738" v="10798" actId="2890"/>
        <pc:sldMkLst>
          <pc:docMk/>
          <pc:sldMk cId="13068699" sldId="508"/>
        </pc:sldMkLst>
      </pc:sldChg>
      <pc:sldChg chg="addSp delSp modSp add mod delAnim modAnim">
        <pc:chgData name="Darshan Sarojini" userId="07b82a2003645659" providerId="LiveId" clId="{F7DFD5AA-5B74-475B-87DA-39B49D4BCF01}" dt="2024-01-24T22:05:30.132" v="13326"/>
        <pc:sldMkLst>
          <pc:docMk/>
          <pc:sldMk cId="2569214259" sldId="509"/>
        </pc:sldMkLst>
      </pc:sldChg>
      <pc:sldChg chg="delSp modSp add del mod">
        <pc:chgData name="Darshan Sarojini" userId="07b82a2003645659" providerId="LiveId" clId="{F7DFD5AA-5B74-475B-87DA-39B49D4BCF01}" dt="2024-01-24T19:27:45.843" v="11555" actId="47"/>
        <pc:sldMkLst>
          <pc:docMk/>
          <pc:sldMk cId="2050852700" sldId="510"/>
        </pc:sldMkLst>
      </pc:sldChg>
      <pc:sldChg chg="add del">
        <pc:chgData name="Darshan Sarojini" userId="07b82a2003645659" providerId="LiveId" clId="{F7DFD5AA-5B74-475B-87DA-39B49D4BCF01}" dt="2024-01-24T19:08:37.855" v="10852"/>
        <pc:sldMkLst>
          <pc:docMk/>
          <pc:sldMk cId="3321139138" sldId="510"/>
        </pc:sldMkLst>
      </pc:sldChg>
      <pc:sldChg chg="delSp modSp add mod ord modAnim">
        <pc:chgData name="Darshan Sarojini" userId="07b82a2003645659" providerId="LiveId" clId="{F7DFD5AA-5B74-475B-87DA-39B49D4BCF01}" dt="2024-01-24T19:23:58.462" v="11316"/>
        <pc:sldMkLst>
          <pc:docMk/>
          <pc:sldMk cId="1622201532" sldId="511"/>
        </pc:sldMkLst>
      </pc:sldChg>
      <pc:sldChg chg="addSp delSp modSp add mod modAnim">
        <pc:chgData name="Darshan Sarojini" userId="07b82a2003645659" providerId="LiveId" clId="{F7DFD5AA-5B74-475B-87DA-39B49D4BCF01}" dt="2024-01-26T21:59:11.270" v="17017" actId="20577"/>
        <pc:sldMkLst>
          <pc:docMk/>
          <pc:sldMk cId="4215790226" sldId="512"/>
        </pc:sldMkLst>
      </pc:sldChg>
      <pc:sldChg chg="add del">
        <pc:chgData name="Darshan Sarojini" userId="07b82a2003645659" providerId="LiveId" clId="{F7DFD5AA-5B74-475B-87DA-39B49D4BCF01}" dt="2024-01-24T19:41:55.667" v="11871" actId="2696"/>
        <pc:sldMkLst>
          <pc:docMk/>
          <pc:sldMk cId="1052056974" sldId="513"/>
        </pc:sldMkLst>
      </pc:sldChg>
      <pc:sldChg chg="add">
        <pc:chgData name="Darshan Sarojini" userId="07b82a2003645659" providerId="LiveId" clId="{F7DFD5AA-5B74-475B-87DA-39B49D4BCF01}" dt="2024-01-24T19:41:49.693" v="11869"/>
        <pc:sldMkLst>
          <pc:docMk/>
          <pc:sldMk cId="108721284" sldId="514"/>
        </pc:sldMkLst>
      </pc:sldChg>
      <pc:sldChg chg="add">
        <pc:chgData name="Darshan Sarojini" userId="07b82a2003645659" providerId="LiveId" clId="{F7DFD5AA-5B74-475B-87DA-39B49D4BCF01}" dt="2024-01-24T19:41:49.693" v="11869"/>
        <pc:sldMkLst>
          <pc:docMk/>
          <pc:sldMk cId="1337333913" sldId="515"/>
        </pc:sldMkLst>
      </pc:sldChg>
      <pc:sldChg chg="add">
        <pc:chgData name="Darshan Sarojini" userId="07b82a2003645659" providerId="LiveId" clId="{F7DFD5AA-5B74-475B-87DA-39B49D4BCF01}" dt="2024-01-24T19:41:49.693" v="11869"/>
        <pc:sldMkLst>
          <pc:docMk/>
          <pc:sldMk cId="3101347150" sldId="516"/>
        </pc:sldMkLst>
      </pc:sldChg>
      <pc:sldChg chg="modSp add del ord">
        <pc:chgData name="Darshan Sarojini" userId="07b82a2003645659" providerId="LiveId" clId="{F7DFD5AA-5B74-475B-87DA-39B49D4BCF01}" dt="2024-01-24T20:56:21.201" v="12480" actId="47"/>
        <pc:sldMkLst>
          <pc:docMk/>
          <pc:sldMk cId="3277601960" sldId="517"/>
        </pc:sldMkLst>
      </pc:sldChg>
      <pc:sldChg chg="modSp add del ord modAnim">
        <pc:chgData name="Darshan Sarojini" userId="07b82a2003645659" providerId="LiveId" clId="{F7DFD5AA-5B74-475B-87DA-39B49D4BCF01}" dt="2024-01-24T20:58:07.564" v="12497" actId="47"/>
        <pc:sldMkLst>
          <pc:docMk/>
          <pc:sldMk cId="554458387" sldId="518"/>
        </pc:sldMkLst>
      </pc:sldChg>
      <pc:sldChg chg="add del ord">
        <pc:chgData name="Darshan Sarojini" userId="07b82a2003645659" providerId="LiveId" clId="{F7DFD5AA-5B74-475B-87DA-39B49D4BCF01}" dt="2024-01-24T20:57:20.583" v="12489" actId="47"/>
        <pc:sldMkLst>
          <pc:docMk/>
          <pc:sldMk cId="2853369111" sldId="519"/>
        </pc:sldMkLst>
      </pc:sldChg>
      <pc:sldChg chg="delSp modSp add mod ord delAnim modAnim">
        <pc:chgData name="Darshan Sarojini" userId="07b82a2003645659" providerId="LiveId" clId="{F7DFD5AA-5B74-475B-87DA-39B49D4BCF01}" dt="2024-01-25T19:08:03.776" v="14654"/>
        <pc:sldMkLst>
          <pc:docMk/>
          <pc:sldMk cId="3325735163" sldId="520"/>
        </pc:sldMkLst>
      </pc:sldChg>
      <pc:sldChg chg="addSp delSp modSp add mod ord delAnim modAnim">
        <pc:chgData name="Darshan Sarojini" userId="07b82a2003645659" providerId="LiveId" clId="{F7DFD5AA-5B74-475B-87DA-39B49D4BCF01}" dt="2024-01-25T19:07:59.055" v="14653" actId="20577"/>
        <pc:sldMkLst>
          <pc:docMk/>
          <pc:sldMk cId="727096830" sldId="521"/>
        </pc:sldMkLst>
      </pc:sldChg>
      <pc:sldChg chg="modSp add ord modAnim">
        <pc:chgData name="Darshan Sarojini" userId="07b82a2003645659" providerId="LiveId" clId="{F7DFD5AA-5B74-475B-87DA-39B49D4BCF01}" dt="2024-01-25T19:08:18.081" v="14656"/>
        <pc:sldMkLst>
          <pc:docMk/>
          <pc:sldMk cId="1837821996" sldId="522"/>
        </pc:sldMkLst>
      </pc:sldChg>
      <pc:sldChg chg="delSp modSp add mod delAnim modNotesTx">
        <pc:chgData name="Darshan Sarojini" userId="07b82a2003645659" providerId="LiveId" clId="{F7DFD5AA-5B74-475B-87DA-39B49D4BCF01}" dt="2024-01-26T21:11:46.279" v="16994" actId="20577"/>
        <pc:sldMkLst>
          <pc:docMk/>
          <pc:sldMk cId="72927646" sldId="523"/>
        </pc:sldMkLst>
      </pc:sldChg>
      <pc:sldChg chg="delSp add del mod">
        <pc:chgData name="Darshan Sarojini" userId="07b82a2003645659" providerId="LiveId" clId="{F7DFD5AA-5B74-475B-87DA-39B49D4BCF01}" dt="2024-01-24T21:52:18.168" v="13280" actId="47"/>
        <pc:sldMkLst>
          <pc:docMk/>
          <pc:sldMk cId="1450108285" sldId="524"/>
        </pc:sldMkLst>
      </pc:sldChg>
      <pc:sldChg chg="addSp delSp modSp add mod delAnim modAnim">
        <pc:chgData name="Darshan Sarojini" userId="07b82a2003645659" providerId="LiveId" clId="{F7DFD5AA-5B74-475B-87DA-39B49D4BCF01}" dt="2024-01-24T21:40:27.515" v="13142" actId="1076"/>
        <pc:sldMkLst>
          <pc:docMk/>
          <pc:sldMk cId="2145400288" sldId="525"/>
        </pc:sldMkLst>
      </pc:sldChg>
      <pc:sldChg chg="addSp delSp modSp add mod modAnim">
        <pc:chgData name="Darshan Sarojini" userId="07b82a2003645659" providerId="LiveId" clId="{F7DFD5AA-5B74-475B-87DA-39B49D4BCF01}" dt="2024-01-25T22:00:28.360" v="15423" actId="1076"/>
        <pc:sldMkLst>
          <pc:docMk/>
          <pc:sldMk cId="4165862283" sldId="526"/>
        </pc:sldMkLst>
      </pc:sldChg>
      <pc:sldChg chg="addSp delSp modSp add mod ord delAnim">
        <pc:chgData name="Darshan Sarojini" userId="07b82a2003645659" providerId="LiveId" clId="{F7DFD5AA-5B74-475B-87DA-39B49D4BCF01}" dt="2024-01-24T21:41:29.676" v="13155" actId="207"/>
        <pc:sldMkLst>
          <pc:docMk/>
          <pc:sldMk cId="3419991333" sldId="527"/>
        </pc:sldMkLst>
      </pc:sldChg>
      <pc:sldChg chg="addSp delSp modSp add mod modAnim">
        <pc:chgData name="Darshan Sarojini" userId="07b82a2003645659" providerId="LiveId" clId="{F7DFD5AA-5B74-475B-87DA-39B49D4BCF01}" dt="2024-01-25T22:01:18.716" v="15428"/>
        <pc:sldMkLst>
          <pc:docMk/>
          <pc:sldMk cId="1192268230" sldId="528"/>
        </pc:sldMkLst>
      </pc:sldChg>
      <pc:sldChg chg="modSp add mod ord">
        <pc:chgData name="Darshan Sarojini" userId="07b82a2003645659" providerId="LiveId" clId="{F7DFD5AA-5B74-475B-87DA-39B49D4BCF01}" dt="2024-01-24T21:44:12.384" v="13190" actId="207"/>
        <pc:sldMkLst>
          <pc:docMk/>
          <pc:sldMk cId="742424794" sldId="529"/>
        </pc:sldMkLst>
      </pc:sldChg>
      <pc:sldChg chg="addSp delSp modSp add mod delAnim modAnim">
        <pc:chgData name="Darshan Sarojini" userId="07b82a2003645659" providerId="LiveId" clId="{F7DFD5AA-5B74-475B-87DA-39B49D4BCF01}" dt="2024-01-25T22:05:08.151" v="15489"/>
        <pc:sldMkLst>
          <pc:docMk/>
          <pc:sldMk cId="1225646515" sldId="530"/>
        </pc:sldMkLst>
      </pc:sldChg>
      <pc:sldChg chg="addSp delSp modSp add mod delAnim modAnim">
        <pc:chgData name="Darshan Sarojini" userId="07b82a2003645659" providerId="LiveId" clId="{F7DFD5AA-5B74-475B-87DA-39B49D4BCF01}" dt="2024-01-24T21:50:00.330" v="13261"/>
        <pc:sldMkLst>
          <pc:docMk/>
          <pc:sldMk cId="724905048" sldId="531"/>
        </pc:sldMkLst>
      </pc:sldChg>
      <pc:sldChg chg="add del">
        <pc:chgData name="Darshan Sarojini" userId="07b82a2003645659" providerId="LiveId" clId="{F7DFD5AA-5B74-475B-87DA-39B49D4BCF01}" dt="2024-01-24T21:48:58.417" v="13244" actId="47"/>
        <pc:sldMkLst>
          <pc:docMk/>
          <pc:sldMk cId="2135862070" sldId="531"/>
        </pc:sldMkLst>
      </pc:sldChg>
      <pc:sldChg chg="modSp add mod ord">
        <pc:chgData name="Darshan Sarojini" userId="07b82a2003645659" providerId="LiveId" clId="{F7DFD5AA-5B74-475B-87DA-39B49D4BCF01}" dt="2024-01-24T21:51:56.993" v="13278" actId="207"/>
        <pc:sldMkLst>
          <pc:docMk/>
          <pc:sldMk cId="1712979486" sldId="532"/>
        </pc:sldMkLst>
      </pc:sldChg>
      <pc:sldChg chg="addSp modSp mod modAnim">
        <pc:chgData name="Darshan Sarojini" userId="07b82a2003645659" providerId="LiveId" clId="{F7DFD5AA-5B74-475B-87DA-39B49D4BCF01}" dt="2024-01-25T22:08:12.200" v="15620" actId="20577"/>
        <pc:sldMkLst>
          <pc:docMk/>
          <pc:sldMk cId="2207792119" sldId="537"/>
        </pc:sldMkLst>
      </pc:sldChg>
      <pc:sldChg chg="modAnim">
        <pc:chgData name="Darshan Sarojini" userId="07b82a2003645659" providerId="LiveId" clId="{F7DFD5AA-5B74-475B-87DA-39B49D4BCF01}" dt="2024-01-25T22:12:44.498" v="15721"/>
        <pc:sldMkLst>
          <pc:docMk/>
          <pc:sldMk cId="573700853" sldId="540"/>
        </pc:sldMkLst>
      </pc:sldChg>
      <pc:sldChg chg="add del">
        <pc:chgData name="Darshan Sarojini" userId="07b82a2003645659" providerId="LiveId" clId="{F7DFD5AA-5B74-475B-87DA-39B49D4BCF01}" dt="2024-01-25T22:20:38.753" v="16032" actId="47"/>
        <pc:sldMkLst>
          <pc:docMk/>
          <pc:sldMk cId="2040542216" sldId="543"/>
        </pc:sldMkLst>
      </pc:sldChg>
      <pc:sldChg chg="addSp delSp modSp add mod delAnim modAnim">
        <pc:chgData name="Darshan Sarojini" userId="07b82a2003645659" providerId="LiveId" clId="{F7DFD5AA-5B74-475B-87DA-39B49D4BCF01}" dt="2024-01-26T21:13:10.640" v="16998" actId="404"/>
        <pc:sldMkLst>
          <pc:docMk/>
          <pc:sldMk cId="2579464543" sldId="544"/>
        </pc:sldMkLst>
      </pc:sldChg>
      <pc:sldChg chg="addSp delSp modSp add mod modAnim">
        <pc:chgData name="Darshan Sarojini" userId="07b82a2003645659" providerId="LiveId" clId="{F7DFD5AA-5B74-475B-87DA-39B49D4BCF01}" dt="2024-01-26T21:12:42.618" v="16995" actId="1076"/>
        <pc:sldMkLst>
          <pc:docMk/>
          <pc:sldMk cId="3576842880" sldId="545"/>
        </pc:sldMkLst>
      </pc:sldChg>
      <pc:sldChg chg="delSp modSp add mod ord modNotesTx">
        <pc:chgData name="Darshan Sarojini" userId="07b82a2003645659" providerId="LiveId" clId="{F7DFD5AA-5B74-475B-87DA-39B49D4BCF01}" dt="2024-01-27T00:34:20.811" v="17428" actId="6549"/>
        <pc:sldMkLst>
          <pc:docMk/>
          <pc:sldMk cId="2936461227" sldId="546"/>
        </pc:sldMkLst>
      </pc:sldChg>
      <pc:sldMasterChg chg="modSp mod">
        <pc:chgData name="Darshan Sarojini" userId="07b82a2003645659" providerId="LiveId" clId="{F7DFD5AA-5B74-475B-87DA-39B49D4BCF01}" dt="2024-01-25T21:51:27.075" v="15115"/>
        <pc:sldMasterMkLst>
          <pc:docMk/>
          <pc:sldMasterMk cId="2499216324" sldId="2147484160"/>
        </pc:sldMasterMkLst>
      </pc:sldMasterChg>
      <pc:sldMasterChg chg="modSp mod">
        <pc:chgData name="Darshan Sarojini" userId="07b82a2003645659" providerId="LiveId" clId="{F7DFD5AA-5B74-475B-87DA-39B49D4BCF01}" dt="2024-01-25T21:51:32.139" v="15118"/>
        <pc:sldMasterMkLst>
          <pc:docMk/>
          <pc:sldMasterMk cId="424399991" sldId="2147484164"/>
        </pc:sldMasterMkLst>
      </pc:sldMasterChg>
      <pc:sldMasterChg chg="modSp mod">
        <pc:chgData name="Darshan Sarojini" userId="07b82a2003645659" providerId="LiveId" clId="{F7DFD5AA-5B74-475B-87DA-39B49D4BCF01}" dt="2024-01-25T21:51:37.880" v="15123"/>
        <pc:sldMasterMkLst>
          <pc:docMk/>
          <pc:sldMasterMk cId="3404285698" sldId="2147484168"/>
        </pc:sldMasterMkLst>
      </pc:sldMasterChg>
      <pc:sldMasterChg chg="modSp mod">
        <pc:chgData name="Darshan Sarojini" userId="07b82a2003645659" providerId="LiveId" clId="{F7DFD5AA-5B74-475B-87DA-39B49D4BCF01}" dt="2024-01-25T21:50:51.855" v="15109" actId="20577"/>
        <pc:sldMasterMkLst>
          <pc:docMk/>
          <pc:sldMasterMk cId="1454141871" sldId="2147484172"/>
        </pc:sldMasterMkLst>
      </pc:sldMasterChg>
    </pc:docChg>
  </pc:docChgLst>
  <pc:docChgLst>
    <pc:chgData name="Sarojini, Darshan" userId="4491a6a1-12b4-4d1a-b54b-dd868d934e96" providerId="ADAL" clId="{7715D327-9834-4516-889D-F974066E0D1C}"/>
    <pc:docChg chg="modSld">
      <pc:chgData name="Sarojini, Darshan" userId="4491a6a1-12b4-4d1a-b54b-dd868d934e96" providerId="ADAL" clId="{7715D327-9834-4516-889D-F974066E0D1C}" dt="2025-08-28T13:54:16.651" v="0" actId="6549"/>
      <pc:docMkLst>
        <pc:docMk/>
      </pc:docMkLst>
      <pc:sldChg chg="modSp mod">
        <pc:chgData name="Sarojini, Darshan" userId="4491a6a1-12b4-4d1a-b54b-dd868d934e96" providerId="ADAL" clId="{7715D327-9834-4516-889D-F974066E0D1C}" dt="2025-08-28T13:54:16.651" v="0" actId="6549"/>
        <pc:sldMkLst>
          <pc:docMk/>
          <pc:sldMk cId="2437795974" sldId="580"/>
        </pc:sldMkLst>
        <pc:spChg chg="mod">
          <ac:chgData name="Sarojini, Darshan" userId="4491a6a1-12b4-4d1a-b54b-dd868d934e96" providerId="ADAL" clId="{7715D327-9834-4516-889D-F974066E0D1C}" dt="2025-08-28T13:54:16.651" v="0" actId="6549"/>
          <ac:spMkLst>
            <pc:docMk/>
            <pc:sldMk cId="2437795974" sldId="580"/>
            <ac:spMk id="4" creationId="{532F338C-80E2-D0B5-BE90-8194EA526624}"/>
          </ac:spMkLst>
        </pc:spChg>
      </pc:sldChg>
    </pc:docChg>
  </pc:docChgLst>
  <pc:docChgLst>
    <pc:chgData name="Darshan Sarojini" userId="07b82a2003645659" providerId="Windows Live" clId="Web-{48569C81-B1E5-4BB6-9E36-4E0D647D9F84}"/>
    <pc:docChg chg="addSld">
      <pc:chgData name="Darshan Sarojini" userId="07b82a2003645659" providerId="Windows Live" clId="Web-{48569C81-B1E5-4BB6-9E36-4E0D647D9F84}" dt="2022-12-28T02:06:25.151" v="0"/>
      <pc:docMkLst>
        <pc:docMk/>
      </pc:docMkLst>
      <pc:sldChg chg="new">
        <pc:chgData name="Darshan Sarojini" userId="07b82a2003645659" providerId="Windows Live" clId="Web-{48569C81-B1E5-4BB6-9E36-4E0D647D9F84}" dt="2022-12-28T02:06:25.151" v="0"/>
        <pc:sldMkLst>
          <pc:docMk/>
          <pc:sldMk cId="2914865070" sldId="1280"/>
        </pc:sldMkLst>
      </pc:sldChg>
    </pc:docChg>
  </pc:docChgLst>
  <pc:docChgLst>
    <pc:chgData name="Darshan Sarojini" userId="07b82a2003645659" providerId="Windows Live" clId="Web-{165FCDE6-BB0F-4821-9F23-E3AA39C490D7}"/>
    <pc:docChg chg="addSld delSld modSld addMainMaster modMainMaster">
      <pc:chgData name="Darshan Sarojini" userId="07b82a2003645659" providerId="Windows Live" clId="Web-{165FCDE6-BB0F-4821-9F23-E3AA39C490D7}" dt="2022-12-29T20:43:43.352" v="49" actId="1076"/>
      <pc:docMkLst>
        <pc:docMk/>
      </pc:docMkLst>
      <pc:sldChg chg="addSp modSp">
        <pc:chgData name="Darshan Sarojini" userId="07b82a2003645659" providerId="Windows Live" clId="Web-{165FCDE6-BB0F-4821-9F23-E3AA39C490D7}" dt="2022-12-29T20:02:27.808" v="26" actId="14100"/>
        <pc:sldMkLst>
          <pc:docMk/>
          <pc:sldMk cId="2914865070" sldId="1280"/>
        </pc:sldMkLst>
      </pc:sldChg>
      <pc:sldChg chg="add">
        <pc:chgData name="Darshan Sarojini" userId="07b82a2003645659" providerId="Windows Live" clId="Web-{165FCDE6-BB0F-4821-9F23-E3AA39C490D7}" dt="2022-12-29T20:07:36.412" v="27"/>
        <pc:sldMkLst>
          <pc:docMk/>
          <pc:sldMk cId="4225168919" sldId="1281"/>
        </pc:sldMkLst>
      </pc:sldChg>
      <pc:sldChg chg="add">
        <pc:chgData name="Darshan Sarojini" userId="07b82a2003645659" providerId="Windows Live" clId="Web-{165FCDE6-BB0F-4821-9F23-E3AA39C490D7}" dt="2022-12-29T20:13:36.774" v="28"/>
        <pc:sldMkLst>
          <pc:docMk/>
          <pc:sldMk cId="2188455157" sldId="1282"/>
        </pc:sldMkLst>
      </pc:sldChg>
      <pc:sldChg chg="addSp modSp add">
        <pc:chgData name="Darshan Sarojini" userId="07b82a2003645659" providerId="Windows Live" clId="Web-{165FCDE6-BB0F-4821-9F23-E3AA39C490D7}" dt="2022-12-29T20:43:43.352" v="49" actId="1076"/>
        <pc:sldMkLst>
          <pc:docMk/>
          <pc:sldMk cId="3133395867" sldId="1283"/>
        </pc:sldMkLst>
      </pc:sldChg>
      <pc:sldChg chg="modSp add">
        <pc:chgData name="Darshan Sarojini" userId="07b82a2003645659" providerId="Windows Live" clId="Web-{165FCDE6-BB0F-4821-9F23-E3AA39C490D7}" dt="2022-12-29T20:18:42.285" v="40" actId="1076"/>
        <pc:sldMkLst>
          <pc:docMk/>
          <pc:sldMk cId="136748842" sldId="1284"/>
        </pc:sldMkLst>
      </pc:sldChg>
      <pc:sldChg chg="add">
        <pc:chgData name="Darshan Sarojini" userId="07b82a2003645659" providerId="Windows Live" clId="Web-{165FCDE6-BB0F-4821-9F23-E3AA39C490D7}" dt="2022-12-29T20:18:16.222" v="31"/>
        <pc:sldMkLst>
          <pc:docMk/>
          <pc:sldMk cId="149547675" sldId="1285"/>
        </pc:sldMkLst>
      </pc:sldChg>
      <pc:sldChg chg="add del">
        <pc:chgData name="Darshan Sarojini" userId="07b82a2003645659" providerId="Windows Live" clId="Web-{165FCDE6-BB0F-4821-9F23-E3AA39C490D7}" dt="2022-12-29T20:19:14.480" v="44"/>
        <pc:sldMkLst>
          <pc:docMk/>
          <pc:sldMk cId="3056033604" sldId="1286"/>
        </pc:sldMkLst>
      </pc:sldChg>
      <pc:sldChg chg="add">
        <pc:chgData name="Darshan Sarojini" userId="07b82a2003645659" providerId="Windows Live" clId="Web-{165FCDE6-BB0F-4821-9F23-E3AA39C490D7}" dt="2022-12-29T20:18:16.394" v="33"/>
        <pc:sldMkLst>
          <pc:docMk/>
          <pc:sldMk cId="1753125922" sldId="1287"/>
        </pc:sldMkLst>
      </pc:sldChg>
      <pc:sldChg chg="add">
        <pc:chgData name="Darshan Sarojini" userId="07b82a2003645659" providerId="Windows Live" clId="Web-{165FCDE6-BB0F-4821-9F23-E3AA39C490D7}" dt="2022-12-29T20:18:16.550" v="34"/>
        <pc:sldMkLst>
          <pc:docMk/>
          <pc:sldMk cId="1676801334" sldId="1288"/>
        </pc:sldMkLst>
      </pc:sldChg>
      <pc:sldChg chg="add">
        <pc:chgData name="Darshan Sarojini" userId="07b82a2003645659" providerId="Windows Live" clId="Web-{165FCDE6-BB0F-4821-9F23-E3AA39C490D7}" dt="2022-12-29T20:28:09.080" v="45"/>
        <pc:sldMkLst>
          <pc:docMk/>
          <pc:sldMk cId="420842640" sldId="1289"/>
        </pc:sldMkLst>
      </pc:sldChg>
      <pc:sldChg chg="add del">
        <pc:chgData name="Darshan Sarojini" userId="07b82a2003645659" providerId="Windows Live" clId="Web-{165FCDE6-BB0F-4821-9F23-E3AA39C490D7}" dt="2022-12-29T20:19:02.457" v="43"/>
        <pc:sldMkLst>
          <pc:docMk/>
          <pc:sldMk cId="2514511347" sldId="1289"/>
        </pc:sldMkLst>
      </pc:sldChg>
      <pc:sldChg chg="add">
        <pc:chgData name="Darshan Sarojini" userId="07b82a2003645659" providerId="Windows Live" clId="Web-{165FCDE6-BB0F-4821-9F23-E3AA39C490D7}" dt="2022-12-29T20:28:09.330" v="46"/>
        <pc:sldMkLst>
          <pc:docMk/>
          <pc:sldMk cId="1398092189" sldId="1290"/>
        </pc:sldMkLst>
      </pc:sldChg>
      <pc:sldChg chg="add del">
        <pc:chgData name="Darshan Sarojini" userId="07b82a2003645659" providerId="Windows Live" clId="Web-{165FCDE6-BB0F-4821-9F23-E3AA39C490D7}" dt="2022-12-29T20:19:01.207" v="42"/>
        <pc:sldMkLst>
          <pc:docMk/>
          <pc:sldMk cId="1618187337" sldId="1290"/>
        </pc:sldMkLst>
      </pc:sldChg>
      <pc:sldChg chg="add del">
        <pc:chgData name="Darshan Sarojini" userId="07b82a2003645659" providerId="Windows Live" clId="Web-{165FCDE6-BB0F-4821-9F23-E3AA39C490D7}" dt="2022-12-29T20:18:51.176" v="41"/>
        <pc:sldMkLst>
          <pc:docMk/>
          <pc:sldMk cId="999521529" sldId="1291"/>
        </pc:sldMkLst>
      </pc:sldChg>
      <pc:sldMasterChg chg="add addSldLayout">
        <pc:chgData name="Darshan Sarojini" userId="07b82a2003645659" providerId="Windows Live" clId="Web-{165FCDE6-BB0F-4821-9F23-E3AA39C490D7}" dt="2022-12-29T20:28:09.080" v="45"/>
        <pc:sldMasterMkLst>
          <pc:docMk/>
          <pc:sldMasterMk cId="0" sldId="2147483648"/>
        </pc:sldMasterMkLst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59"/>
          </pc:sldLayoutMkLst>
        </pc:sldLayoutChg>
        <pc:sldLayoutChg chg="add">
          <pc:chgData name="Darshan Sarojini" userId="07b82a2003645659" providerId="Windows Live" clId="Web-{165FCDE6-BB0F-4821-9F23-E3AA39C490D7}" dt="2022-12-29T20:28:09.080" v="45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replId addSldLayout modSldLayout">
        <pc:chgData name="Darshan Sarojini" userId="07b82a2003645659" providerId="Windows Live" clId="Web-{165FCDE6-BB0F-4821-9F23-E3AA39C490D7}" dt="2022-12-29T20:18:15.815" v="29"/>
        <pc:sldMasterMkLst>
          <pc:docMk/>
          <pc:sldMasterMk cId="0" sldId="2147484166"/>
        </pc:sldMasterMkLst>
        <pc:sldLayoutChg chg="add">
          <pc:chgData name="Darshan Sarojini" userId="07b82a2003645659" providerId="Windows Live" clId="Web-{165FCDE6-BB0F-4821-9F23-E3AA39C490D7}" dt="2022-12-29T20:07:36.412" v="27"/>
          <pc:sldLayoutMkLst>
            <pc:docMk/>
            <pc:sldMasterMk cId="0" sldId="2147484166"/>
            <pc:sldLayoutMk cId="0" sldId="2147484165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67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68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0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1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2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3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4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5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6"/>
          </pc:sldLayoutMkLst>
        </pc:sldLayoutChg>
        <pc:sldLayoutChg chg="add replId">
          <pc:chgData name="Darshan Sarojini" userId="07b82a2003645659" providerId="Windows Live" clId="Web-{165FCDE6-BB0F-4821-9F23-E3AA39C490D7}" dt="2022-12-29T20:18:15.815" v="29"/>
          <pc:sldLayoutMkLst>
            <pc:docMk/>
            <pc:sldMasterMk cId="0" sldId="2147484166"/>
            <pc:sldLayoutMk cId="0" sldId="2147484177"/>
          </pc:sldLayoutMkLst>
        </pc:sldLayoutChg>
      </pc:sldMasterChg>
      <pc:sldMasterChg chg="replId">
        <pc:chgData name="Darshan Sarojini" userId="07b82a2003645659" providerId="Windows Live" clId="Web-{165FCDE6-BB0F-4821-9F23-E3AA39C490D7}" dt="2022-12-29T20:18:15.815" v="29"/>
        <pc:sldMasterMkLst>
          <pc:docMk/>
          <pc:sldMasterMk cId="0" sldId="2147484169"/>
        </pc:sldMasterMkLst>
      </pc:sldMasterChg>
      <pc:sldMasterChg chg="add replId addSldLayout modSldLayout">
        <pc:chgData name="Darshan Sarojini" userId="07b82a2003645659" providerId="Windows Live" clId="Web-{165FCDE6-BB0F-4821-9F23-E3AA39C490D7}" dt="2022-12-29T20:28:09.080" v="45"/>
        <pc:sldMasterMkLst>
          <pc:docMk/>
          <pc:sldMasterMk cId="1717563447" sldId="2147484178"/>
        </pc:sldMasterMkLst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2681345241" sldId="2147484179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2455666234" sldId="2147484180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228020464" sldId="2147484181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1352758160" sldId="2147484182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3117219306" sldId="2147484183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1418385434" sldId="2147484184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823174719" sldId="2147484185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580565151" sldId="2147484186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3779392891" sldId="2147484187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2294124563" sldId="2147484188"/>
          </pc:sldLayoutMkLst>
        </pc:sldLayoutChg>
        <pc:sldLayoutChg chg="add replId">
          <pc:chgData name="Darshan Sarojini" userId="07b82a2003645659" providerId="Windows Live" clId="Web-{165FCDE6-BB0F-4821-9F23-E3AA39C490D7}" dt="2022-12-29T20:28:09.080" v="45"/>
          <pc:sldLayoutMkLst>
            <pc:docMk/>
            <pc:sldMasterMk cId="1717563447" sldId="2147484178"/>
            <pc:sldLayoutMk cId="221337629" sldId="2147484189"/>
          </pc:sldLayoutMkLst>
        </pc:sldLayoutChg>
      </pc:sldMasterChg>
    </pc:docChg>
  </pc:docChgLst>
  <pc:docChgLst>
    <pc:chgData name="Darshan Sarojini" userId="07b82a2003645659" providerId="LiveId" clId="{F0F64CC4-D1C8-4B84-878D-A072C553FF8C}"/>
    <pc:docChg chg="undo custSel addSld delSld modSld sldOrd addSection modSection">
      <pc:chgData name="Darshan Sarojini" userId="07b82a2003645659" providerId="LiveId" clId="{F0F64CC4-D1C8-4B84-878D-A072C553FF8C}" dt="2022-12-11T20:48:47.854" v="1737"/>
      <pc:docMkLst>
        <pc:docMk/>
      </pc:docMkLst>
      <pc:sldChg chg="addSp delSp modSp mod">
        <pc:chgData name="Darshan Sarojini" userId="07b82a2003645659" providerId="LiveId" clId="{F0F64CC4-D1C8-4B84-878D-A072C553FF8C}" dt="2022-12-11T16:19:11.633" v="915" actId="207"/>
        <pc:sldMkLst>
          <pc:docMk/>
          <pc:sldMk cId="3237961016" sldId="1261"/>
        </pc:sldMkLst>
      </pc:sldChg>
      <pc:sldChg chg="addSp delSp modSp mod ord modTransition modAnim">
        <pc:chgData name="Darshan Sarojini" userId="07b82a2003645659" providerId="LiveId" clId="{F0F64CC4-D1C8-4B84-878D-A072C553FF8C}" dt="2022-12-11T16:32:58.004" v="984"/>
        <pc:sldMkLst>
          <pc:docMk/>
          <pc:sldMk cId="2545293584" sldId="1262"/>
        </pc:sldMkLst>
      </pc:sldChg>
      <pc:sldChg chg="addSp delSp modSp new del mod">
        <pc:chgData name="Darshan Sarojini" userId="07b82a2003645659" providerId="LiveId" clId="{F0F64CC4-D1C8-4B84-878D-A072C553FF8C}" dt="2022-12-08T23:09:32.050" v="706" actId="47"/>
        <pc:sldMkLst>
          <pc:docMk/>
          <pc:sldMk cId="634437702" sldId="1263"/>
        </pc:sldMkLst>
      </pc:sldChg>
      <pc:sldChg chg="addSp delSp modSp add mod modTransition delAnim modAnim">
        <pc:chgData name="Darshan Sarojini" userId="07b82a2003645659" providerId="LiveId" clId="{F0F64CC4-D1C8-4B84-878D-A072C553FF8C}" dt="2022-12-11T16:43:40.662" v="1010"/>
        <pc:sldMkLst>
          <pc:docMk/>
          <pc:sldMk cId="1405610472" sldId="1264"/>
        </pc:sldMkLst>
      </pc:sldChg>
      <pc:sldChg chg="addSp delSp modSp add mod modTransition modAnim">
        <pc:chgData name="Darshan Sarojini" userId="07b82a2003645659" providerId="LiveId" clId="{F0F64CC4-D1C8-4B84-878D-A072C553FF8C}" dt="2022-12-11T16:49:18.125" v="1023"/>
        <pc:sldMkLst>
          <pc:docMk/>
          <pc:sldMk cId="1770594845" sldId="1265"/>
        </pc:sldMkLst>
      </pc:sldChg>
      <pc:sldChg chg="addSp delSp modSp add mod modTransition modAnim">
        <pc:chgData name="Darshan Sarojini" userId="07b82a2003645659" providerId="LiveId" clId="{F0F64CC4-D1C8-4B84-878D-A072C553FF8C}" dt="2022-12-11T17:06:33.837" v="1073"/>
        <pc:sldMkLst>
          <pc:docMk/>
          <pc:sldMk cId="503130744" sldId="1266"/>
        </pc:sldMkLst>
      </pc:sldChg>
      <pc:sldChg chg="addSp delSp modSp add mod modTransition modAnim">
        <pc:chgData name="Darshan Sarojini" userId="07b82a2003645659" providerId="LiveId" clId="{F0F64CC4-D1C8-4B84-878D-A072C553FF8C}" dt="2022-12-11T17:26:24.934" v="1249" actId="1076"/>
        <pc:sldMkLst>
          <pc:docMk/>
          <pc:sldMk cId="949427105" sldId="1267"/>
        </pc:sldMkLst>
      </pc:sldChg>
      <pc:sldChg chg="addSp delSp modSp add mod modTransition modAnim">
        <pc:chgData name="Darshan Sarojini" userId="07b82a2003645659" providerId="LiveId" clId="{F0F64CC4-D1C8-4B84-878D-A072C553FF8C}" dt="2022-12-11T17:31:04.924" v="1264"/>
        <pc:sldMkLst>
          <pc:docMk/>
          <pc:sldMk cId="3451884064" sldId="1268"/>
        </pc:sldMkLst>
      </pc:sldChg>
      <pc:sldChg chg="addSp delSp modSp add mod modShow">
        <pc:chgData name="Darshan Sarojini" userId="07b82a2003645659" providerId="LiveId" clId="{F0F64CC4-D1C8-4B84-878D-A072C553FF8C}" dt="2022-12-11T17:31:42.006" v="1265" actId="729"/>
        <pc:sldMkLst>
          <pc:docMk/>
          <pc:sldMk cId="3071835628" sldId="1269"/>
        </pc:sldMkLst>
      </pc:sldChg>
      <pc:sldChg chg="addSp delSp modSp add mod ord modTransition modAnim">
        <pc:chgData name="Darshan Sarojini" userId="07b82a2003645659" providerId="LiveId" clId="{F0F64CC4-D1C8-4B84-878D-A072C553FF8C}" dt="2022-12-11T17:37:29.726" v="1270"/>
        <pc:sldMkLst>
          <pc:docMk/>
          <pc:sldMk cId="3441981116" sldId="1270"/>
        </pc:sldMkLst>
      </pc:sldChg>
      <pc:sldChg chg="addSp delSp modSp add mod modTransition modAnim">
        <pc:chgData name="Darshan Sarojini" userId="07b82a2003645659" providerId="LiveId" clId="{F0F64CC4-D1C8-4B84-878D-A072C553FF8C}" dt="2022-12-11T20:25:20.315" v="1669"/>
        <pc:sldMkLst>
          <pc:docMk/>
          <pc:sldMk cId="1882806407" sldId="1271"/>
        </pc:sldMkLst>
      </pc:sldChg>
      <pc:sldChg chg="addSp delSp modSp add mod ord modTransition modAnim">
        <pc:chgData name="Darshan Sarojini" userId="07b82a2003645659" providerId="LiveId" clId="{F0F64CC4-D1C8-4B84-878D-A072C553FF8C}" dt="2022-12-11T20:37:49.226" v="1689"/>
        <pc:sldMkLst>
          <pc:docMk/>
          <pc:sldMk cId="3326839397" sldId="1272"/>
        </pc:sldMkLst>
      </pc:sldChg>
      <pc:sldChg chg="addSp delSp modSp add mod modTransition modAnim">
        <pc:chgData name="Darshan Sarojini" userId="07b82a2003645659" providerId="LiveId" clId="{F0F64CC4-D1C8-4B84-878D-A072C553FF8C}" dt="2022-12-11T20:32:39.550" v="1679"/>
        <pc:sldMkLst>
          <pc:docMk/>
          <pc:sldMk cId="2403534257" sldId="1273"/>
        </pc:sldMkLst>
      </pc:sldChg>
      <pc:sldChg chg="addSp delSp modSp add mod">
        <pc:chgData name="Darshan Sarojini" userId="07b82a2003645659" providerId="LiveId" clId="{F0F64CC4-D1C8-4B84-878D-A072C553FF8C}" dt="2022-12-11T20:39:27.435" v="1690"/>
        <pc:sldMkLst>
          <pc:docMk/>
          <pc:sldMk cId="1288002322" sldId="1274"/>
        </pc:sldMkLst>
      </pc:sldChg>
      <pc:sldChg chg="addSp delSp modSp add mod modTransition modAnim">
        <pc:chgData name="Darshan Sarojini" userId="07b82a2003645659" providerId="LiveId" clId="{F0F64CC4-D1C8-4B84-878D-A072C553FF8C}" dt="2022-12-11T20:48:47.854" v="1737"/>
        <pc:sldMkLst>
          <pc:docMk/>
          <pc:sldMk cId="832452629" sldId="1275"/>
        </pc:sldMkLst>
      </pc:sldChg>
      <pc:sldChg chg="addSp delSp modSp add mod modTransition delAnim modAnim">
        <pc:chgData name="Darshan Sarojini" userId="07b82a2003645659" providerId="LiveId" clId="{F0F64CC4-D1C8-4B84-878D-A072C553FF8C}" dt="2022-12-11T20:34:59.997" v="1683"/>
        <pc:sldMkLst>
          <pc:docMk/>
          <pc:sldMk cId="649042202" sldId="1276"/>
        </pc:sldMkLst>
      </pc:sldChg>
    </pc:docChg>
  </pc:docChgLst>
  <pc:docChgLst>
    <pc:chgData name="Sarojini, Darshan" userId="4491a6a1-12b4-4d1a-b54b-dd868d934e96" providerId="ADAL" clId="{96EC6CFF-49E1-4763-BAB9-8ACE1F747BA5}"/>
    <pc:docChg chg="addSld delSld modSld delSection">
      <pc:chgData name="Sarojini, Darshan" userId="4491a6a1-12b4-4d1a-b54b-dd868d934e96" providerId="ADAL" clId="{96EC6CFF-49E1-4763-BAB9-8ACE1F747BA5}" dt="2024-06-23T22:44:36.947" v="2"/>
      <pc:docMkLst>
        <pc:docMk/>
      </pc:docMkLst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657879385" sldId="260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373155427" sldId="581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4214944798" sldId="585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161261465" sldId="586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597264769" sldId="587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991638992" sldId="588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164422479" sldId="589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672084355" sldId="590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893211907" sldId="591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134778616" sldId="593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076768964" sldId="594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674550925" sldId="595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942760087" sldId="596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930823" sldId="597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189023510" sldId="598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876972073" sldId="599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030668479" sldId="600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649042456" sldId="602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931762130" sldId="603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21772148" sldId="604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4186246918" sldId="606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875486679" sldId="607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979808797" sldId="608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676004152" sldId="609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3596430512" sldId="611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756076949" sldId="612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2826405253" sldId="613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331477949" sldId="614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65695281" sldId="616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526370130" sldId="617"/>
        </pc:sldMkLst>
      </pc:sldChg>
      <pc:sldChg chg="del">
        <pc:chgData name="Sarojini, Darshan" userId="4491a6a1-12b4-4d1a-b54b-dd868d934e96" providerId="ADAL" clId="{96EC6CFF-49E1-4763-BAB9-8ACE1F747BA5}" dt="2024-06-23T22:44:35.333" v="1" actId="47"/>
        <pc:sldMkLst>
          <pc:docMk/>
          <pc:sldMk cId="1270919324" sldId="618"/>
        </pc:sldMkLst>
      </pc:sldChg>
      <pc:sldChg chg="add">
        <pc:chgData name="Sarojini, Darshan" userId="4491a6a1-12b4-4d1a-b54b-dd868d934e96" providerId="ADAL" clId="{96EC6CFF-49E1-4763-BAB9-8ACE1F747BA5}" dt="2024-06-23T22:44:36.947" v="2"/>
        <pc:sldMkLst>
          <pc:docMk/>
          <pc:sldMk cId="3013536676" sldId="977"/>
        </pc:sldMkLst>
      </pc:sldChg>
      <pc:sldChg chg="add">
        <pc:chgData name="Sarojini, Darshan" userId="4491a6a1-12b4-4d1a-b54b-dd868d934e96" providerId="ADAL" clId="{96EC6CFF-49E1-4763-BAB9-8ACE1F747BA5}" dt="2024-06-23T22:44:36.947" v="2"/>
        <pc:sldMkLst>
          <pc:docMk/>
          <pc:sldMk cId="646574987" sldId="978"/>
        </pc:sldMkLst>
      </pc:sldChg>
      <pc:sldChg chg="add">
        <pc:chgData name="Sarojini, Darshan" userId="4491a6a1-12b4-4d1a-b54b-dd868d934e96" providerId="ADAL" clId="{96EC6CFF-49E1-4763-BAB9-8ACE1F747BA5}" dt="2024-06-23T22:44:36.947" v="2"/>
        <pc:sldMkLst>
          <pc:docMk/>
          <pc:sldMk cId="704520656" sldId="979"/>
        </pc:sldMkLst>
      </pc:sldChg>
      <pc:sldChg chg="add">
        <pc:chgData name="Sarojini, Darshan" userId="4491a6a1-12b4-4d1a-b54b-dd868d934e96" providerId="ADAL" clId="{96EC6CFF-49E1-4763-BAB9-8ACE1F747BA5}" dt="2024-06-23T22:44:36.947" v="2"/>
        <pc:sldMkLst>
          <pc:docMk/>
          <pc:sldMk cId="3836521061" sldId="980"/>
        </pc:sldMkLst>
      </pc:sldChg>
      <pc:sldChg chg="add">
        <pc:chgData name="Sarojini, Darshan" userId="4491a6a1-12b4-4d1a-b54b-dd868d934e96" providerId="ADAL" clId="{96EC6CFF-49E1-4763-BAB9-8ACE1F747BA5}" dt="2024-06-23T22:44:36.947" v="2"/>
        <pc:sldMkLst>
          <pc:docMk/>
          <pc:sldMk cId="970757730" sldId="982"/>
        </pc:sldMkLst>
      </pc:sldChg>
    </pc:docChg>
  </pc:docChgLst>
  <pc:docChgLst>
    <pc:chgData name="Darshan Sarojini" userId="07b82a2003645659" providerId="LiveId" clId="{69DE4CF9-A819-4239-A78C-25ACA264315E}"/>
    <pc:docChg chg="undo custSel addSld delSld modSld sldOrd delSection modSection">
      <pc:chgData name="Darshan Sarojini" userId="07b82a2003645659" providerId="LiveId" clId="{69DE4CF9-A819-4239-A78C-25ACA264315E}" dt="2023-01-19T17:38:25.280" v="827" actId="47"/>
      <pc:docMkLst>
        <pc:docMk/>
      </pc:docMkLst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154670810" sldId="1275"/>
        </pc:sldMkLst>
      </pc:sldChg>
      <pc:sldChg chg="addSp delSp modSp mod ord delAnim">
        <pc:chgData name="Darshan Sarojini" userId="07b82a2003645659" providerId="LiveId" clId="{69DE4CF9-A819-4239-A78C-25ACA264315E}" dt="2023-01-19T17:33:30.172" v="826" actId="478"/>
        <pc:sldMkLst>
          <pc:docMk/>
          <pc:sldMk cId="807833602" sldId="127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84489983" sldId="1278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868496605" sldId="1279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386513865" sldId="1280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529713977" sldId="1281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515171892" sldId="128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919158047" sldId="1283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158599371" sldId="1284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860026712" sldId="1285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657578989" sldId="128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400532745" sldId="1287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349127837" sldId="1288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180970635" sldId="1289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758098904" sldId="1290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2693147136" sldId="1291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2133372909" sldId="129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144608680" sldId="1294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549496485" sldId="1295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09348251" sldId="129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78023612" sldId="1300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166411151" sldId="1301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257037365" sldId="130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586185233" sldId="1303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238969495" sldId="1304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482586835" sldId="131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104397410" sldId="1313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4140016690" sldId="1314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937905447" sldId="1315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429294745" sldId="131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016723156" sldId="1317"/>
        </pc:sldMkLst>
      </pc:sldChg>
      <pc:sldChg chg="modSp del mod">
        <pc:chgData name="Darshan Sarojini" userId="07b82a2003645659" providerId="LiveId" clId="{69DE4CF9-A819-4239-A78C-25ACA264315E}" dt="2023-01-19T17:38:25.280" v="827" actId="47"/>
        <pc:sldMkLst>
          <pc:docMk/>
          <pc:sldMk cId="2222409698" sldId="1319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148197988" sldId="1320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005452274" sldId="1321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239348047" sldId="132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992616203" sldId="1323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3844019740" sldId="1324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379999865" sldId="1325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3889500872" sldId="1328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2727569467" sldId="1329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3711678636" sldId="1330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207591775" sldId="1331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815016364" sldId="1332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643721970" sldId="1333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263756045" sldId="1334"/>
        </pc:sldMkLst>
      </pc:sldChg>
      <pc:sldChg chg="del">
        <pc:chgData name="Darshan Sarojini" userId="07b82a2003645659" providerId="LiveId" clId="{69DE4CF9-A819-4239-A78C-25ACA264315E}" dt="2023-01-19T17:38:25.280" v="827" actId="47"/>
        <pc:sldMkLst>
          <pc:docMk/>
          <pc:sldMk cId="2430176784" sldId="1335"/>
        </pc:sldMkLst>
      </pc:sldChg>
      <pc:sldChg chg="addSp delSp modSp add mod">
        <pc:chgData name="Darshan Sarojini" userId="07b82a2003645659" providerId="LiveId" clId="{69DE4CF9-A819-4239-A78C-25ACA264315E}" dt="2023-01-19T17:12:07.921" v="229" actId="478"/>
        <pc:sldMkLst>
          <pc:docMk/>
          <pc:sldMk cId="2312522100" sldId="133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196886650" sldId="1336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757060063" sldId="1337"/>
        </pc:sldMkLst>
      </pc:sldChg>
      <pc:sldChg chg="addSp delSp modSp add mod">
        <pc:chgData name="Darshan Sarojini" userId="07b82a2003645659" providerId="LiveId" clId="{69DE4CF9-A819-4239-A78C-25ACA264315E}" dt="2023-01-19T17:14:15.632" v="335" actId="1076"/>
        <pc:sldMkLst>
          <pc:docMk/>
          <pc:sldMk cId="3125674969" sldId="1337"/>
        </pc:sldMkLst>
      </pc:sldChg>
      <pc:sldChg chg="addSp delSp modSp add mod">
        <pc:chgData name="Darshan Sarojini" userId="07b82a2003645659" providerId="LiveId" clId="{69DE4CF9-A819-4239-A78C-25ACA264315E}" dt="2023-01-19T17:15:37.445" v="422" actId="20577"/>
        <pc:sldMkLst>
          <pc:docMk/>
          <pc:sldMk cId="751781731" sldId="1338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3617131184" sldId="1338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1406735993" sldId="1339"/>
        </pc:sldMkLst>
      </pc:sldChg>
      <pc:sldChg chg="delSp modSp add mod">
        <pc:chgData name="Darshan Sarojini" userId="07b82a2003645659" providerId="LiveId" clId="{69DE4CF9-A819-4239-A78C-25ACA264315E}" dt="2023-01-19T17:15:57.095" v="458" actId="478"/>
        <pc:sldMkLst>
          <pc:docMk/>
          <pc:sldMk cId="2394522911" sldId="1339"/>
        </pc:sldMkLst>
      </pc:sldChg>
      <pc:sldChg chg="del">
        <pc:chgData name="Darshan Sarojini" userId="07b82a2003645659" providerId="LiveId" clId="{69DE4CF9-A819-4239-A78C-25ACA264315E}" dt="2023-01-17T02:08:36.542" v="28" actId="47"/>
        <pc:sldMkLst>
          <pc:docMk/>
          <pc:sldMk cId="2219843538" sldId="1340"/>
        </pc:sldMkLst>
      </pc:sldChg>
      <pc:sldChg chg="modSp add mod">
        <pc:chgData name="Darshan Sarojini" userId="07b82a2003645659" providerId="LiveId" clId="{69DE4CF9-A819-4239-A78C-25ACA264315E}" dt="2023-01-19T17:17:28.066" v="494" actId="20577"/>
        <pc:sldMkLst>
          <pc:docMk/>
          <pc:sldMk cId="2976876077" sldId="1340"/>
        </pc:sldMkLst>
      </pc:sldChg>
      <pc:sldChg chg="new del">
        <pc:chgData name="Darshan Sarojini" userId="07b82a2003645659" providerId="LiveId" clId="{69DE4CF9-A819-4239-A78C-25ACA264315E}" dt="2023-01-19T17:17:12.740" v="470" actId="680"/>
        <pc:sldMkLst>
          <pc:docMk/>
          <pc:sldMk cId="882923788" sldId="1341"/>
        </pc:sldMkLst>
      </pc:sldChg>
      <pc:sldChg chg="add del">
        <pc:chgData name="Darshan Sarojini" userId="07b82a2003645659" providerId="LiveId" clId="{69DE4CF9-A819-4239-A78C-25ACA264315E}" dt="2023-01-17T02:08:36.542" v="28" actId="47"/>
        <pc:sldMkLst>
          <pc:docMk/>
          <pc:sldMk cId="3210423609" sldId="1341"/>
        </pc:sldMkLst>
      </pc:sldChg>
      <pc:sldChg chg="modSp add mod">
        <pc:chgData name="Darshan Sarojini" userId="07b82a2003645659" providerId="LiveId" clId="{69DE4CF9-A819-4239-A78C-25ACA264315E}" dt="2023-01-19T17:17:18.744" v="478" actId="20577"/>
        <pc:sldMkLst>
          <pc:docMk/>
          <pc:sldMk cId="3623030201" sldId="1341"/>
        </pc:sldMkLst>
      </pc:sldChg>
      <pc:sldChg chg="addSp delSp modSp add mod ord">
        <pc:chgData name="Darshan Sarojini" userId="07b82a2003645659" providerId="LiveId" clId="{69DE4CF9-A819-4239-A78C-25ACA264315E}" dt="2023-01-19T17:30:17.936" v="825" actId="478"/>
        <pc:sldMkLst>
          <pc:docMk/>
          <pc:sldMk cId="1963485783" sldId="1342"/>
        </pc:sldMkLst>
      </pc:sldChg>
      <pc:sldChg chg="add del">
        <pc:chgData name="Darshan Sarojini" userId="07b82a2003645659" providerId="LiveId" clId="{69DE4CF9-A819-4239-A78C-25ACA264315E}" dt="2023-01-19T17:21:42.016" v="508"/>
        <pc:sldMkLst>
          <pc:docMk/>
          <pc:sldMk cId="231515791" sldId="1343"/>
        </pc:sldMkLst>
      </pc:sldChg>
      <pc:sldChg chg="add del">
        <pc:chgData name="Darshan Sarojini" userId="07b82a2003645659" providerId="LiveId" clId="{69DE4CF9-A819-4239-A78C-25ACA264315E}" dt="2023-01-19T17:21:47.529" v="510"/>
        <pc:sldMkLst>
          <pc:docMk/>
          <pc:sldMk cId="1600243597" sldId="1343"/>
        </pc:sldMkLst>
      </pc:sldChg>
    </pc:docChg>
  </pc:docChgLst>
  <pc:docChgLst>
    <pc:chgData name="Darshan Sarojini" userId="07b82a2003645659" providerId="LiveId" clId="{AC6F1955-E53B-4CBB-B1D5-28EA3A8ACFEB}"/>
    <pc:docChg chg="undo custSel modSld">
      <pc:chgData name="Darshan Sarojini" userId="07b82a2003645659" providerId="LiveId" clId="{AC6F1955-E53B-4CBB-B1D5-28EA3A8ACFEB}" dt="2024-01-30T06:05:54.410" v="272"/>
      <pc:docMkLst>
        <pc:docMk/>
      </pc:docMkLst>
      <pc:sldChg chg="addSp modSp mod">
        <pc:chgData name="Darshan Sarojini" userId="07b82a2003645659" providerId="LiveId" clId="{AC6F1955-E53B-4CBB-B1D5-28EA3A8ACFEB}" dt="2024-01-30T03:29:40.840" v="205" actId="20577"/>
        <pc:sldMkLst>
          <pc:docMk/>
          <pc:sldMk cId="2635160191" sldId="278"/>
        </pc:sldMkLst>
      </pc:sldChg>
      <pc:sldChg chg="modAnim">
        <pc:chgData name="Darshan Sarojini" userId="07b82a2003645659" providerId="LiveId" clId="{AC6F1955-E53B-4CBB-B1D5-28EA3A8ACFEB}" dt="2024-01-30T06:05:54.410" v="272"/>
        <pc:sldMkLst>
          <pc:docMk/>
          <pc:sldMk cId="903471398" sldId="279"/>
        </pc:sldMkLst>
      </pc:sldChg>
      <pc:sldChg chg="addSp delSp modSp mod delAnim modAnim">
        <pc:chgData name="Darshan Sarojini" userId="07b82a2003645659" providerId="LiveId" clId="{AC6F1955-E53B-4CBB-B1D5-28EA3A8ACFEB}" dt="2024-01-30T06:04:29.877" v="270"/>
        <pc:sldMkLst>
          <pc:docMk/>
          <pc:sldMk cId="2079063745" sldId="358"/>
        </pc:sldMkLst>
      </pc:sldChg>
      <pc:sldChg chg="addSp modSp mod">
        <pc:chgData name="Darshan Sarojini" userId="07b82a2003645659" providerId="LiveId" clId="{AC6F1955-E53B-4CBB-B1D5-28EA3A8ACFEB}" dt="2024-01-30T03:26:02.034" v="166" actId="20577"/>
        <pc:sldMkLst>
          <pc:docMk/>
          <pc:sldMk cId="1292498607" sldId="379"/>
        </pc:sldMkLst>
      </pc:sldChg>
      <pc:sldChg chg="addSp modSp mod">
        <pc:chgData name="Darshan Sarojini" userId="07b82a2003645659" providerId="LiveId" clId="{AC6F1955-E53B-4CBB-B1D5-28EA3A8ACFEB}" dt="2024-01-30T03:46:22.323" v="254" actId="20577"/>
        <pc:sldMkLst>
          <pc:docMk/>
          <pc:sldMk cId="527274537" sldId="381"/>
        </pc:sldMkLst>
      </pc:sldChg>
      <pc:sldChg chg="modSp mod">
        <pc:chgData name="Darshan Sarojini" userId="07b82a2003645659" providerId="LiveId" clId="{AC6F1955-E53B-4CBB-B1D5-28EA3A8ACFEB}" dt="2024-01-30T03:31:20.313" v="225" actId="20577"/>
        <pc:sldMkLst>
          <pc:docMk/>
          <pc:sldMk cId="113328624" sldId="489"/>
        </pc:sldMkLst>
      </pc:sldChg>
      <pc:sldChg chg="modSp mod">
        <pc:chgData name="Darshan Sarojini" userId="07b82a2003645659" providerId="LiveId" clId="{AC6F1955-E53B-4CBB-B1D5-28EA3A8ACFEB}" dt="2024-01-30T03:31:32.664" v="226"/>
        <pc:sldMkLst>
          <pc:docMk/>
          <pc:sldMk cId="527772035" sldId="490"/>
        </pc:sldMkLst>
      </pc:sldChg>
      <pc:sldChg chg="modSp mod">
        <pc:chgData name="Darshan Sarojini" userId="07b82a2003645659" providerId="LiveId" clId="{AC6F1955-E53B-4CBB-B1D5-28EA3A8ACFEB}" dt="2024-01-30T03:31:36.135" v="227"/>
        <pc:sldMkLst>
          <pc:docMk/>
          <pc:sldMk cId="3823666223" sldId="491"/>
        </pc:sldMkLst>
      </pc:sldChg>
      <pc:sldChg chg="addSp modSp mod modAnim">
        <pc:chgData name="Darshan Sarojini" userId="07b82a2003645659" providerId="LiveId" clId="{AC6F1955-E53B-4CBB-B1D5-28EA3A8ACFEB}" dt="2024-01-30T02:31:30.051" v="69" actId="115"/>
        <pc:sldMkLst>
          <pc:docMk/>
          <pc:sldMk cId="1727073782" sldId="492"/>
        </pc:sldMkLst>
      </pc:sldChg>
      <pc:sldChg chg="modSp mod">
        <pc:chgData name="Darshan Sarojini" userId="07b82a2003645659" providerId="LiveId" clId="{AC6F1955-E53B-4CBB-B1D5-28EA3A8ACFEB}" dt="2024-01-30T03:42:40.893" v="228" actId="14100"/>
        <pc:sldMkLst>
          <pc:docMk/>
          <pc:sldMk cId="2569214259" sldId="509"/>
        </pc:sldMkLst>
      </pc:sldChg>
      <pc:sldChg chg="modSp">
        <pc:chgData name="Darshan Sarojini" userId="07b82a2003645659" providerId="LiveId" clId="{AC6F1955-E53B-4CBB-B1D5-28EA3A8ACFEB}" dt="2024-01-30T03:21:43.239" v="82" actId="20577"/>
        <pc:sldMkLst>
          <pc:docMk/>
          <pc:sldMk cId="573700853" sldId="540"/>
        </pc:sldMkLst>
      </pc:sldChg>
      <pc:sldChg chg="modSp mod">
        <pc:chgData name="Darshan Sarojini" userId="07b82a2003645659" providerId="LiveId" clId="{AC6F1955-E53B-4CBB-B1D5-28EA3A8ACFEB}" dt="2024-01-30T03:21:54.057" v="86" actId="6549"/>
        <pc:sldMkLst>
          <pc:docMk/>
          <pc:sldMk cId="1993522049" sldId="541"/>
        </pc:sldMkLst>
      </pc:sldChg>
      <pc:sldChg chg="modSp mod">
        <pc:chgData name="Darshan Sarojini" userId="07b82a2003645659" providerId="LiveId" clId="{AC6F1955-E53B-4CBB-B1D5-28EA3A8ACFEB}" dt="2024-01-30T03:22:07.438" v="88" actId="20577"/>
        <pc:sldMkLst>
          <pc:docMk/>
          <pc:sldMk cId="4135370704" sldId="542"/>
        </pc:sldMkLst>
      </pc:sldChg>
      <pc:sldChg chg="addSp modSp modAnim">
        <pc:chgData name="Darshan Sarojini" userId="07b82a2003645659" providerId="LiveId" clId="{AC6F1955-E53B-4CBB-B1D5-28EA3A8ACFEB}" dt="2024-01-30T02:31:35.635" v="71"/>
        <pc:sldMkLst>
          <pc:docMk/>
          <pc:sldMk cId="3576842880" sldId="545"/>
        </pc:sldMkLst>
      </pc:sldChg>
      <pc:sldChg chg="modAnim">
        <pc:chgData name="Darshan Sarojini" userId="07b82a2003645659" providerId="LiveId" clId="{AC6F1955-E53B-4CBB-B1D5-28EA3A8ACFEB}" dt="2024-01-30T06:05:16.201" v="271"/>
        <pc:sldMkLst>
          <pc:docMk/>
          <pc:sldMk cId="1196946873" sldId="565"/>
        </pc:sldMkLst>
      </pc:sldChg>
    </pc:docChg>
  </pc:docChgLst>
  <pc:docChgLst>
    <pc:chgData name="Darshan Sarojini" userId="07b82a2003645659" providerId="LiveId" clId="{8FDB4B3D-69B0-4F30-999F-0FD5A546FDC4}"/>
    <pc:docChg chg="modSld">
      <pc:chgData name="Darshan Sarojini" userId="07b82a2003645659" providerId="LiveId" clId="{8FDB4B3D-69B0-4F30-999F-0FD5A546FDC4}" dt="2022-12-14T16:45:09.011" v="1"/>
      <pc:docMkLst>
        <pc:docMk/>
      </pc:docMkLst>
      <pc:sldChg chg="modAnim">
        <pc:chgData name="Darshan Sarojini" userId="07b82a2003645659" providerId="LiveId" clId="{8FDB4B3D-69B0-4F30-999F-0FD5A546FDC4}" dt="2022-12-14T16:45:09.011" v="1"/>
        <pc:sldMkLst>
          <pc:docMk/>
          <pc:sldMk cId="3830874746" sldId="127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t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390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390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5511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b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290604744"/>
      </p:ext>
    </p:extLst>
  </p:cSld>
  <p:clrMap bg1="lt1" tx1="dk1" bg2="lt2" tx2="dk2" accent1="accent1" accent2="accent2" accent3="accent3" accent4="accent4" accent5="accent5" accent6="accent6" hlink="hlink" folHlink="folHlink"/>
  <p:hf ftr="0" dt="0"/>
  <p:extLst>
    <p:ext uri="{56416CCD-93CA-4268-BC5B-53C4BB910035}">
      <p15:sldGuideLst xmlns:p15="http://schemas.microsoft.com/office/powerpoint/2012/main">
        <p15:guide id="1" orient="horz" pos="3024" userDrawn="1">
          <p15:clr>
            <a:srgbClr val="F26B43"/>
          </p15:clr>
        </p15:guide>
        <p15:guide id="2" pos="2304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t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18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t" anchorCtr="0" compatLnSpc="1">
            <a:prstTxWarp prst="textNoShape">
              <a:avLst/>
            </a:prstTxWarp>
          </a:bodyPr>
          <a:lstStyle>
            <a:lvl1pPr algn="r"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77838" y="715963"/>
            <a:ext cx="6367462" cy="35829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37075"/>
            <a:ext cx="5365750" cy="4378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noProof="0"/>
              <a:t>Click to edit Master text styles</a:t>
            </a:r>
          </a:p>
          <a:p>
            <a:pPr lvl="1"/>
            <a:r>
              <a:rPr lang="en-US" altLang="zh-TW" noProof="0"/>
              <a:t>Second level</a:t>
            </a:r>
          </a:p>
          <a:p>
            <a:pPr lvl="2"/>
            <a:r>
              <a:rPr lang="en-US" altLang="zh-TW" noProof="0"/>
              <a:t>Third level</a:t>
            </a:r>
          </a:p>
          <a:p>
            <a:pPr lvl="3"/>
            <a:r>
              <a:rPr lang="en-US" altLang="zh-TW" noProof="0"/>
              <a:t>Fourth level</a:t>
            </a:r>
          </a:p>
          <a:p>
            <a:pPr lvl="4"/>
            <a:r>
              <a:rPr lang="en-US" altLang="zh-TW" noProof="0"/>
              <a:t>Fifth level</a:t>
            </a:r>
          </a:p>
        </p:txBody>
      </p:sp>
      <p:sp>
        <p:nvSpPr>
          <p:cNvPr id="1218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55113"/>
            <a:ext cx="3170238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b" anchorCtr="0" compatLnSpc="1">
            <a:prstTxWarp prst="textNoShape">
              <a:avLst/>
            </a:prstTxWarp>
          </a:bodyPr>
          <a:lstStyle>
            <a:lvl1pPr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18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55113"/>
            <a:ext cx="3170237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708" tIns="47857" rIns="95708" bIns="47857" numCol="1" anchor="b" anchorCtr="0" compatLnSpc="1">
            <a:prstTxWarp prst="textNoShape">
              <a:avLst/>
            </a:prstTxWarp>
          </a:bodyPr>
          <a:lstStyle>
            <a:lvl1pPr algn="r" defTabSz="957263">
              <a:defRPr sz="1300">
                <a:latin typeface="Times New Roman" pitchFamily="18" charset="0"/>
                <a:ea typeface="+mn-ea"/>
              </a:defRPr>
            </a:lvl1pPr>
          </a:lstStyle>
          <a:p>
            <a:pPr>
              <a:defRPr/>
            </a:pPr>
            <a:fld id="{6D58AC06-A765-4432-8A6C-AFD44C722EF8}" type="slidenum">
              <a:rPr lang="zh-TW" altLang="en-US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01711969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62648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>
            <a:extLst>
              <a:ext uri="{FF2B5EF4-FFF2-40B4-BE49-F238E27FC236}">
                <a16:creationId xmlns:a16="http://schemas.microsoft.com/office/drawing/2014/main" id="{B250C71A-1269-B932-3663-DF39F48441D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41911"/>
            <a:ext cx="12192000" cy="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sz="144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A16DC-6D14-DD3C-3F4F-55A647B85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82870"/>
            <a:ext cx="10982601" cy="52191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D8DA21-A8F4-4A94-E986-1BC52766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75" y="-3658"/>
            <a:ext cx="10972800" cy="659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39893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B559E-64F8-E646-BFE7-BF9FA51B5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7404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633932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4">
            <a:extLst>
              <a:ext uri="{FF2B5EF4-FFF2-40B4-BE49-F238E27FC236}">
                <a16:creationId xmlns:a16="http://schemas.microsoft.com/office/drawing/2014/main" id="{B250C71A-1269-B932-3663-DF39F48441D9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741911"/>
            <a:ext cx="12192000" cy="0"/>
          </a:xfrm>
          <a:prstGeom prst="line">
            <a:avLst/>
          </a:prstGeom>
          <a:ln>
            <a:solidFill>
              <a:schemeClr val="tx1"/>
            </a:solidFill>
            <a:headEnd/>
            <a:tailEnd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/>
          <a:lstStyle/>
          <a:p>
            <a:pPr algn="ctr">
              <a:defRPr/>
            </a:pPr>
            <a:endParaRPr lang="en-US" sz="144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CA16DC-6D14-DD3C-3F4F-55A647B85D7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6424" y="982870"/>
            <a:ext cx="10982601" cy="521914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FD8DA21-A8F4-4A94-E986-1BC527666F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975" y="-3658"/>
            <a:ext cx="10972800" cy="659637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84052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3;p3">
            <a:extLst>
              <a:ext uri="{FF2B5EF4-FFF2-40B4-BE49-F238E27FC236}">
                <a16:creationId xmlns:a16="http://schemas.microsoft.com/office/drawing/2014/main" id="{8F20F9E5-A4AF-094D-83F8-83C427F9F0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661"/>
            <a:ext cx="9016375" cy="6858001"/>
          </a:xfrm>
          <a:prstGeom prst="rect">
            <a:avLst/>
          </a:prstGeom>
          <a:solidFill>
            <a:srgbClr val="3A3C3D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pic>
        <p:nvPicPr>
          <p:cNvPr id="15" name="Virginia Tech Logo" descr="Virginia Tech">
            <a:extLst>
              <a:ext uri="{FF2B5EF4-FFF2-40B4-BE49-F238E27FC236}">
                <a16:creationId xmlns:a16="http://schemas.microsoft.com/office/drawing/2014/main" id="{90E5404D-CF78-5CC3-B1E2-95900B149CD4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9309648" y="2884233"/>
            <a:ext cx="2606041" cy="108953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Text Box 18">
            <a:extLst>
              <a:ext uri="{FF2B5EF4-FFF2-40B4-BE49-F238E27FC236}">
                <a16:creationId xmlns:a16="http://schemas.microsoft.com/office/drawing/2014/main" id="{CD1495F8-3EAF-E91F-A908-01ED9B510009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3150" y="6301892"/>
            <a:ext cx="839893" cy="5486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defRPr/>
            </a:pPr>
            <a:fld id="{D30E8F14-4193-4C2B-8982-68DC2076432F}" type="slidenum">
              <a:rPr lang="en-US" sz="1800">
                <a:solidFill>
                  <a:srgbClr val="003057"/>
                </a:solidFill>
                <a:latin typeface="+mn-lt"/>
              </a:rPr>
              <a:pPr algn="ctr">
                <a:spcBef>
                  <a:spcPts val="0"/>
                </a:spcBef>
                <a:defRPr/>
              </a:pPr>
              <a:t>‹#›</a:t>
            </a:fld>
            <a:endParaRPr lang="en-US" sz="1800" dirty="0">
              <a:solidFill>
                <a:srgbClr val="003057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3608227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E6952-030B-48B8-DBA5-DD20C85C12DD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rgbClr val="75787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B633729-CF78-EB2F-869B-70D65DC75CC9}"/>
              </a:ext>
            </a:extLst>
          </p:cNvPr>
          <p:cNvSpPr/>
          <p:nvPr userDrawn="1"/>
        </p:nvSpPr>
        <p:spPr bwMode="auto">
          <a:xfrm>
            <a:off x="0" y="6309361"/>
            <a:ext cx="211163" cy="548639"/>
          </a:xfrm>
          <a:prstGeom prst="homePlate">
            <a:avLst>
              <a:gd name="adj" fmla="val 124637"/>
            </a:avLst>
          </a:prstGeom>
          <a:solidFill>
            <a:srgbClr val="8C2043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09728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704A54A-55C6-38F8-49CC-5D1FCE12BDF3}"/>
              </a:ext>
            </a:extLst>
          </p:cNvPr>
          <p:cNvSpPr/>
          <p:nvPr userDrawn="1"/>
        </p:nvSpPr>
        <p:spPr bwMode="auto">
          <a:xfrm>
            <a:off x="213498" y="6309360"/>
            <a:ext cx="2277911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09728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32C75148-D03C-E4BB-82BB-9168C2D8FF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3150" y="6301892"/>
            <a:ext cx="839893" cy="5486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defRPr/>
            </a:pPr>
            <a:fld id="{D30E8F14-4193-4C2B-8982-68DC2076432F}" type="slidenum">
              <a:rPr lang="en-US" sz="1800">
                <a:solidFill>
                  <a:srgbClr val="003057"/>
                </a:solidFill>
                <a:latin typeface="+mn-lt"/>
              </a:rPr>
              <a:pPr algn="ctr">
                <a:spcBef>
                  <a:spcPts val="0"/>
                </a:spcBef>
                <a:defRPr/>
              </a:pPr>
              <a:t>‹#›</a:t>
            </a:fld>
            <a:endParaRPr lang="en-US" sz="1800" dirty="0">
              <a:solidFill>
                <a:srgbClr val="003057"/>
              </a:solidFill>
              <a:latin typeface="+mn-lt"/>
            </a:endParaRPr>
          </a:p>
        </p:txBody>
      </p:sp>
      <p:pic>
        <p:nvPicPr>
          <p:cNvPr id="6" name="Picture 5" descr="A black sign with orange and purple text&#10;&#10;Description automatically generated">
            <a:extLst>
              <a:ext uri="{FF2B5EF4-FFF2-40B4-BE49-F238E27FC236}">
                <a16:creationId xmlns:a16="http://schemas.microsoft.com/office/drawing/2014/main" id="{E07D8BDC-87FC-1641-B567-47EA689B642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74" y="6429838"/>
            <a:ext cx="2055877" cy="30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90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52" r:id="rId1"/>
    <p:sldLayoutId id="2147484159" r:id="rId2"/>
    <p:sldLayoutId id="2147484187" r:id="rId3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4E6952-030B-48B8-DBA5-DD20C85C12DD}"/>
              </a:ext>
            </a:extLst>
          </p:cNvPr>
          <p:cNvSpPr/>
          <p:nvPr userDrawn="1"/>
        </p:nvSpPr>
        <p:spPr bwMode="auto">
          <a:xfrm>
            <a:off x="0" y="6309360"/>
            <a:ext cx="12192000" cy="548640"/>
          </a:xfrm>
          <a:prstGeom prst="rect">
            <a:avLst/>
          </a:prstGeom>
          <a:solidFill>
            <a:srgbClr val="75787B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accent1"/>
              </a:solidFill>
              <a:effectLst/>
              <a:latin typeface="Arial" charset="0"/>
            </a:endParaRPr>
          </a:p>
        </p:txBody>
      </p:sp>
      <p:sp>
        <p:nvSpPr>
          <p:cNvPr id="12" name="Arrow: Pentagon 11">
            <a:extLst>
              <a:ext uri="{FF2B5EF4-FFF2-40B4-BE49-F238E27FC236}">
                <a16:creationId xmlns:a16="http://schemas.microsoft.com/office/drawing/2014/main" id="{2B633729-CF78-EB2F-869B-70D65DC75CC9}"/>
              </a:ext>
            </a:extLst>
          </p:cNvPr>
          <p:cNvSpPr/>
          <p:nvPr userDrawn="1"/>
        </p:nvSpPr>
        <p:spPr bwMode="auto">
          <a:xfrm>
            <a:off x="0" y="6309361"/>
            <a:ext cx="211163" cy="548639"/>
          </a:xfrm>
          <a:prstGeom prst="homePlate">
            <a:avLst>
              <a:gd name="adj" fmla="val 124637"/>
            </a:avLst>
          </a:prstGeom>
          <a:solidFill>
            <a:srgbClr val="8C2043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09728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3" name="Arrow: Chevron 12">
            <a:extLst>
              <a:ext uri="{FF2B5EF4-FFF2-40B4-BE49-F238E27FC236}">
                <a16:creationId xmlns:a16="http://schemas.microsoft.com/office/drawing/2014/main" id="{C704A54A-55C6-38F8-49CC-5D1FCE12BDF3}"/>
              </a:ext>
            </a:extLst>
          </p:cNvPr>
          <p:cNvSpPr/>
          <p:nvPr userDrawn="1"/>
        </p:nvSpPr>
        <p:spPr bwMode="auto">
          <a:xfrm>
            <a:off x="213498" y="6309360"/>
            <a:ext cx="2277911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109728" tIns="54864" rIns="109728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109728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j-lt"/>
            </a:endParaRPr>
          </a:p>
        </p:txBody>
      </p:sp>
      <p:sp>
        <p:nvSpPr>
          <p:cNvPr id="15" name="Text Box 18">
            <a:extLst>
              <a:ext uri="{FF2B5EF4-FFF2-40B4-BE49-F238E27FC236}">
                <a16:creationId xmlns:a16="http://schemas.microsoft.com/office/drawing/2014/main" id="{32C75148-D03C-E4BB-82BB-9168C2D8FF8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463150" y="6301892"/>
            <a:ext cx="839893" cy="54864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>
              <a:spcBef>
                <a:spcPts val="0"/>
              </a:spcBef>
              <a:defRPr/>
            </a:pPr>
            <a:fld id="{D30E8F14-4193-4C2B-8982-68DC2076432F}" type="slidenum">
              <a:rPr lang="en-US" sz="1800">
                <a:solidFill>
                  <a:srgbClr val="003057"/>
                </a:solidFill>
                <a:latin typeface="+mn-lt"/>
              </a:rPr>
              <a:pPr algn="ctr">
                <a:spcBef>
                  <a:spcPts val="0"/>
                </a:spcBef>
                <a:defRPr/>
              </a:pPr>
              <a:t>‹#›</a:t>
            </a:fld>
            <a:endParaRPr lang="en-US" sz="1800" dirty="0">
              <a:solidFill>
                <a:srgbClr val="003057"/>
              </a:solidFill>
              <a:latin typeface="+mn-lt"/>
            </a:endParaRPr>
          </a:p>
        </p:txBody>
      </p:sp>
      <p:sp>
        <p:nvSpPr>
          <p:cNvPr id="16" name="Arrow: Chevron 15">
            <a:extLst>
              <a:ext uri="{FF2B5EF4-FFF2-40B4-BE49-F238E27FC236}">
                <a16:creationId xmlns:a16="http://schemas.microsoft.com/office/drawing/2014/main" id="{A72B0D6F-B7C5-9FA2-AB56-656BE2D8A4E8}"/>
              </a:ext>
            </a:extLst>
          </p:cNvPr>
          <p:cNvSpPr/>
          <p:nvPr userDrawn="1"/>
        </p:nvSpPr>
        <p:spPr bwMode="auto">
          <a:xfrm>
            <a:off x="2491407" y="6309360"/>
            <a:ext cx="1002417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54864" rIns="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97280" eaLnBrk="1" hangingPunct="1"/>
            <a:r>
              <a:rPr lang="en-US" sz="1000" dirty="0">
                <a:solidFill>
                  <a:srgbClr val="8C2043"/>
                </a:solidFill>
                <a:latin typeface="+mj-lt"/>
              </a:rPr>
              <a:t>Introduction</a:t>
            </a:r>
          </a:p>
        </p:txBody>
      </p:sp>
      <p:sp>
        <p:nvSpPr>
          <p:cNvPr id="17" name="Arrow: Chevron 16">
            <a:extLst>
              <a:ext uri="{FF2B5EF4-FFF2-40B4-BE49-F238E27FC236}">
                <a16:creationId xmlns:a16="http://schemas.microsoft.com/office/drawing/2014/main" id="{EC2FA459-4E34-1AA9-AC80-84C545A937CF}"/>
              </a:ext>
            </a:extLst>
          </p:cNvPr>
          <p:cNvSpPr/>
          <p:nvPr userDrawn="1"/>
        </p:nvSpPr>
        <p:spPr bwMode="auto">
          <a:xfrm>
            <a:off x="3493824" y="6309360"/>
            <a:ext cx="1002417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54864" rIns="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97280" eaLnBrk="1" hangingPunct="1"/>
            <a:r>
              <a:rPr lang="en-US" sz="1000" dirty="0">
                <a:solidFill>
                  <a:schemeClr val="tx1"/>
                </a:solidFill>
                <a:latin typeface="+mj-lt"/>
              </a:rPr>
              <a:t>Prior Work: Aircraft Design</a:t>
            </a:r>
          </a:p>
        </p:txBody>
      </p:sp>
      <p:sp>
        <p:nvSpPr>
          <p:cNvPr id="18" name="Arrow: Chevron 17">
            <a:extLst>
              <a:ext uri="{FF2B5EF4-FFF2-40B4-BE49-F238E27FC236}">
                <a16:creationId xmlns:a16="http://schemas.microsoft.com/office/drawing/2014/main" id="{7876F318-6326-2734-5EBE-4DDE9A632380}"/>
              </a:ext>
            </a:extLst>
          </p:cNvPr>
          <p:cNvSpPr/>
          <p:nvPr userDrawn="1"/>
        </p:nvSpPr>
        <p:spPr bwMode="auto">
          <a:xfrm>
            <a:off x="4496241" y="6309360"/>
            <a:ext cx="1002417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54864" rIns="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97280" eaLnBrk="1" hangingPunct="1"/>
            <a:r>
              <a:rPr lang="en-US" sz="1000" dirty="0">
                <a:solidFill>
                  <a:schemeClr val="tx1"/>
                </a:solidFill>
                <a:latin typeface="+mj-lt"/>
              </a:rPr>
              <a:t>Future Work: GPU-acceleration</a:t>
            </a: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C148309C-F8FA-6299-4316-0056E43CAD85}"/>
              </a:ext>
            </a:extLst>
          </p:cNvPr>
          <p:cNvSpPr/>
          <p:nvPr userDrawn="1"/>
        </p:nvSpPr>
        <p:spPr bwMode="auto">
          <a:xfrm>
            <a:off x="5496987" y="6308727"/>
            <a:ext cx="1002417" cy="548640"/>
          </a:xfrm>
          <a:prstGeom prst="chevron">
            <a:avLst>
              <a:gd name="adj" fmla="val 28516"/>
            </a:avLst>
          </a:prstGeom>
          <a:solidFill>
            <a:schemeClr val="bg1"/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0" tIns="54864" rIns="0" bIns="5486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097280" eaLnBrk="1" hangingPunct="1"/>
            <a:r>
              <a:rPr lang="en-US" sz="1000" dirty="0">
                <a:solidFill>
                  <a:schemeClr val="tx1"/>
                </a:solidFill>
                <a:latin typeface="+mj-lt"/>
              </a:rPr>
              <a:t>Vision</a:t>
            </a:r>
          </a:p>
        </p:txBody>
      </p:sp>
      <p:pic>
        <p:nvPicPr>
          <p:cNvPr id="5" name="Picture 4" descr="A black sign with orange and purple text&#10;&#10;Description automatically generated">
            <a:extLst>
              <a:ext uri="{FF2B5EF4-FFF2-40B4-BE49-F238E27FC236}">
                <a16:creationId xmlns:a16="http://schemas.microsoft.com/office/drawing/2014/main" id="{06D9BD23-A0AB-2F27-6254-A2BDD548C34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374" y="6429838"/>
            <a:ext cx="2055877" cy="307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4141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3" r:id="rId1"/>
    <p:sldLayoutId id="2147484174" r:id="rId2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Step-by-Step Example: Notional ASW Aircraft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A0D160-DF57-D535-3EC9-602CFA231F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0354" y="1251335"/>
            <a:ext cx="5193532" cy="270511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267D39-AC9F-5077-2DCB-13599C3E4333}"/>
              </a:ext>
            </a:extLst>
          </p:cNvPr>
          <p:cNvSpPr txBox="1"/>
          <p:nvPr/>
        </p:nvSpPr>
        <p:spPr>
          <a:xfrm>
            <a:off x="7801087" y="2582449"/>
            <a:ext cx="1646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Mission Profile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151FE7-3657-EEDE-0F5D-260D7BCD7568}"/>
              </a:ext>
            </a:extLst>
          </p:cNvPr>
          <p:cNvSpPr txBox="1"/>
          <p:nvPr/>
        </p:nvSpPr>
        <p:spPr>
          <a:xfrm>
            <a:off x="602975" y="1348503"/>
            <a:ext cx="20849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Mission Requirements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99019574-0E35-C029-E493-C7ED3F5A9440}"/>
              </a:ext>
            </a:extLst>
          </p:cNvPr>
          <p:cNvSpPr txBox="1">
            <a:spLocks/>
          </p:cNvSpPr>
          <p:nvPr/>
        </p:nvSpPr>
        <p:spPr>
          <a:xfrm>
            <a:off x="602975" y="1687057"/>
            <a:ext cx="4826451" cy="1787797"/>
          </a:xfrm>
          <a:prstGeom prst="rect">
            <a:avLst/>
          </a:prstGeom>
        </p:spPr>
        <p:txBody>
          <a:bodyPr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8E2344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9pPr>
          </a:lstStyle>
          <a:p>
            <a:pPr marL="274320" indent="-27432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 b="0" kern="0" dirty="0">
                <a:solidFill>
                  <a:srgbClr val="75787B"/>
                </a:solidFill>
                <a:latin typeface="+mn-lt"/>
                <a:cs typeface="Arial" panose="020B0604020202020204" pitchFamily="34" charset="0"/>
              </a:rPr>
              <a:t>Loiter for three hours at 1500 nm from takeoff point, then return to base after another 20 min. loiter</a:t>
            </a:r>
          </a:p>
          <a:p>
            <a:pPr marL="274320" indent="-27432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 b="0" kern="0" dirty="0">
                <a:solidFill>
                  <a:srgbClr val="75787B"/>
                </a:solidFill>
                <a:latin typeface="+mn-lt"/>
                <a:cs typeface="Arial" panose="020B0604020202020204" pitchFamily="34" charset="0"/>
              </a:rPr>
              <a:t>Cruise Mach number: 0.6</a:t>
            </a:r>
          </a:p>
          <a:p>
            <a:pPr marL="274320" indent="-27432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 b="0" kern="0" dirty="0">
                <a:solidFill>
                  <a:srgbClr val="75787B"/>
                </a:solidFill>
                <a:latin typeface="+mn-lt"/>
                <a:cs typeface="Arial" panose="020B0604020202020204" pitchFamily="34" charset="0"/>
              </a:rPr>
              <a:t>Mission Equipment weight: 10,000 lbs.</a:t>
            </a:r>
          </a:p>
          <a:p>
            <a:pPr marL="274320" indent="-274320" algn="l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sz="1500" b="0" kern="0" dirty="0">
                <a:solidFill>
                  <a:srgbClr val="75787B"/>
                </a:solidFill>
                <a:latin typeface="+mn-lt"/>
                <a:cs typeface="Arial" panose="020B0604020202020204" pitchFamily="34" charset="0"/>
              </a:rPr>
              <a:t>Four-man crew totaling 800 lbs.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A3D448-268D-25CC-EA22-F2AC52DB217D}"/>
                  </a:ext>
                </a:extLst>
              </p:cNvPr>
              <p:cNvSpPr txBox="1"/>
              <p:nvPr/>
            </p:nvSpPr>
            <p:spPr>
              <a:xfrm>
                <a:off x="4471164" y="4123640"/>
                <a:ext cx="3249672" cy="10127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𝑇𝑂</m:t>
                          </m:r>
                        </m:sub>
                      </m:sSub>
                      <m:r>
                        <a:rPr lang="en-US" sz="2000" b="0" i="1" kern="0" smtClean="0">
                          <a:solidFill>
                            <a:srgbClr val="75787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b="0" i="1" kern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𝑓𝑖𝑥𝑒𝑑</m:t>
                              </m:r>
                            </m:sub>
                          </m:sSub>
                        </m:num>
                        <m:den>
                          <m: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b="0" i="1" kern="0" smtClean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𝑒𝑚𝑝𝑡𝑦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kern="0" smtClea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𝑇𝑂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b="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kern="0" smtClean="0">
                                  <a:solidFill>
                                    <a:srgbClr val="8C204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𝑓𝑢𝑒𝑙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b="0" i="1" kern="0" smtClea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𝑇𝑂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7A3D448-268D-25CC-EA22-F2AC52DB21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164" y="4123640"/>
                <a:ext cx="3249672" cy="10127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CA32C0F1-DAB4-CC18-E852-41D4666DECF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2975" y="5488630"/>
                <a:ext cx="4826451" cy="435119"/>
              </a:xfrm>
              <a:prstGeom prst="rect">
                <a:avLst/>
              </a:prstGeom>
            </p:spPr>
            <p:txBody>
              <a:bodyPr>
                <a:spAutoFit/>
              </a:bodyPr>
              <a:lstStyle>
                <a:lvl1pPr algn="ctr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600" b="1">
                    <a:solidFill>
                      <a:srgbClr val="8E2344"/>
                    </a:solidFill>
                    <a:effectLst/>
                    <a:latin typeface="+mj-lt"/>
                    <a:ea typeface="+mj-ea"/>
                    <a:cs typeface="+mj-cs"/>
                  </a:defRPr>
                </a:lvl1pPr>
                <a:lvl2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2pPr>
                <a:lvl3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3pPr>
                <a:lvl4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4pPr>
                <a:lvl5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5pPr>
                <a:lvl6pPr marL="457200" algn="l" rtl="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6pPr>
                <a:lvl7pPr marL="914400" algn="l" rtl="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7pPr>
                <a:lvl8pPr marL="1371600" algn="l" rtl="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8pPr>
                <a:lvl9pPr marL="1828800" algn="l" rtl="0" fontAlgn="base">
                  <a:spcBef>
                    <a:spcPct val="0"/>
                  </a:spcBef>
                  <a:spcAft>
                    <a:spcPct val="0"/>
                  </a:spcAft>
                  <a:defRPr sz="4400" b="1">
                    <a:solidFill>
                      <a:srgbClr val="8E2344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Franklin Gothic Demi" pitchFamily="34" charset="0"/>
                  </a:defRPr>
                </a:lvl9pPr>
              </a:lstStyle>
              <a:p>
                <a:pPr marL="274320" indent="-274320" algn="l">
                  <a:lnSpc>
                    <a:spcPct val="150000"/>
                  </a:lnSpc>
                  <a:buFont typeface="Arial" panose="020B0604020202020204" pitchFamily="34" charset="0"/>
                  <a:buChar char="•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5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15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US" sz="1500" b="0" i="1" kern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𝑓𝑖𝑥𝑒𝑑</m:t>
                        </m:r>
                      </m:sub>
                    </m:sSub>
                  </m:oMath>
                </a14:m>
                <a:r>
                  <a:rPr lang="en-US" sz="1500" b="0" kern="0" dirty="0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 is known: 10,000 </a:t>
                </a:r>
                <a:r>
                  <a:rPr lang="en-US" sz="1500" b="0" kern="0" dirty="0" err="1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lbs</a:t>
                </a:r>
                <a:r>
                  <a:rPr lang="en-US" sz="1500" b="0" kern="0" dirty="0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 + 800 </a:t>
                </a:r>
                <a:r>
                  <a:rPr lang="en-US" sz="1500" b="0" kern="0" dirty="0" err="1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lbs</a:t>
                </a:r>
                <a:r>
                  <a:rPr lang="en-US" sz="1500" b="0" kern="0" dirty="0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 = 10,800 </a:t>
                </a:r>
                <a:r>
                  <a:rPr lang="en-US" sz="1500" b="0" kern="0" dirty="0" err="1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lbs</a:t>
                </a:r>
                <a:endParaRPr lang="en-US" sz="1500" b="0" kern="0" dirty="0">
                  <a:solidFill>
                    <a:srgbClr val="75787B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" name="Title 1">
                <a:extLst>
                  <a:ext uri="{FF2B5EF4-FFF2-40B4-BE49-F238E27FC236}">
                    <a16:creationId xmlns:a16="http://schemas.microsoft.com/office/drawing/2014/main" id="{CA32C0F1-DAB4-CC18-E852-41D4666DEC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5" y="5488630"/>
                <a:ext cx="4826451" cy="435119"/>
              </a:xfrm>
              <a:prstGeom prst="rect">
                <a:avLst/>
              </a:prstGeom>
              <a:blipFill>
                <a:blip r:embed="rId4"/>
                <a:stretch>
                  <a:fillRect l="-379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130852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8332E7-2EFE-E0F4-3203-3AF876241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829476"/>
            <a:ext cx="7086600" cy="3691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99CE2D-7897-8B68-B72D-5F53B2CBF16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 fontScale="90000"/>
              </a:bodyPr>
              <a:lstStyle/>
              <a:p>
                <a:r>
                  <a:rPr lang="en-US" sz="2800" dirty="0">
                    <a:solidFill>
                      <a:srgbClr val="75787B"/>
                    </a:solidFill>
                  </a:rPr>
                  <a:t>Step-by-Step Example: </a:t>
                </a:r>
                <a:r>
                  <a:rPr lang="en-US" sz="2800" dirty="0">
                    <a:solidFill>
                      <a:srgbClr val="75787B"/>
                    </a:solidFill>
                    <a:latin typeface="+mn-lt"/>
                  </a:rPr>
                  <a:t>Fuel Fraction,</a:t>
                </a:r>
                <a:r>
                  <a:rPr lang="en-US" sz="2800" b="0" kern="0" dirty="0">
                    <a:solidFill>
                      <a:srgbClr val="8C2043"/>
                    </a:solidFill>
                    <a:cs typeface="Arial" panose="020B0604020202020204" pitchFamily="34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kern="0" smtClean="0">
                            <a:solidFill>
                              <a:srgbClr val="8C204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𝑓𝑢𝑒𝑙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800" b="0" i="1" kern="0" smtClea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𝑇𝑂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2800" dirty="0">
                    <a:solidFill>
                      <a:srgbClr val="75787B"/>
                    </a:solidFill>
                    <a:latin typeface="+mn-lt"/>
                  </a:rPr>
                  <a:t> ,Estimation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0F99CE2D-7897-8B68-B72D-5F53B2CBF16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944" b="-64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7CC8A822-EC14-429F-35FD-B26B849D1E2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00" r="10489" b="80452"/>
          <a:stretch/>
        </p:blipFill>
        <p:spPr>
          <a:xfrm>
            <a:off x="3962400" y="2226756"/>
            <a:ext cx="4267200" cy="6894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E51056E-832F-14F9-D1B3-306B8A1D0C8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587" t="35414"/>
          <a:stretch/>
        </p:blipFill>
        <p:spPr>
          <a:xfrm>
            <a:off x="3606463" y="3878286"/>
            <a:ext cx="4965823" cy="236863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22A8254-FDE6-5105-B422-A2D9AF95F411}"/>
              </a:ext>
            </a:extLst>
          </p:cNvPr>
          <p:cNvSpPr txBox="1"/>
          <p:nvPr/>
        </p:nvSpPr>
        <p:spPr>
          <a:xfrm>
            <a:off x="9105793" y="4855790"/>
            <a:ext cx="1949725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>
              <a:defRPr/>
            </a:pPr>
            <a:r>
              <a:rPr lang="en-US" sz="1800" b="1" dirty="0">
                <a:solidFill>
                  <a:srgbClr val="000000"/>
                </a:solidFill>
                <a:latin typeface="+mn-lt"/>
                <a:ea typeface="+mn-ea"/>
              </a:rPr>
              <a:t>Mission Fuel Fraction (MFF)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A0D075-FAC9-5393-4A9B-11729AE24311}"/>
              </a:ext>
            </a:extLst>
          </p:cNvPr>
          <p:cNvSpPr txBox="1"/>
          <p:nvPr/>
        </p:nvSpPr>
        <p:spPr>
          <a:xfrm>
            <a:off x="8448567" y="5701526"/>
            <a:ext cx="326417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000000"/>
                </a:solidFill>
                <a:latin typeface="+mn-lt"/>
                <a:ea typeface="+mn-ea"/>
              </a:rPr>
              <a:t>ASSUMPTION: weight change due to fuel consumption only</a:t>
            </a:r>
          </a:p>
        </p:txBody>
      </p:sp>
      <p:sp>
        <p:nvSpPr>
          <p:cNvPr id="14" name="Bent-Up Arrow 3">
            <a:extLst>
              <a:ext uri="{FF2B5EF4-FFF2-40B4-BE49-F238E27FC236}">
                <a16:creationId xmlns:a16="http://schemas.microsoft.com/office/drawing/2014/main" id="{0542511E-A528-10F1-BB8F-484F8D2B992A}"/>
              </a:ext>
            </a:extLst>
          </p:cNvPr>
          <p:cNvSpPr/>
          <p:nvPr/>
        </p:nvSpPr>
        <p:spPr>
          <a:xfrm flipH="1">
            <a:off x="7200794" y="4873159"/>
            <a:ext cx="1904999" cy="336574"/>
          </a:xfrm>
          <a:prstGeom prst="bent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FFFFFF"/>
              </a:solidFill>
              <a:latin typeface="Franklin Gothic Medium Cond"/>
            </a:endParaRPr>
          </a:p>
        </p:txBody>
      </p:sp>
      <p:sp>
        <p:nvSpPr>
          <p:cNvPr id="16" name="Right Arrow 6">
            <a:extLst>
              <a:ext uri="{FF2B5EF4-FFF2-40B4-BE49-F238E27FC236}">
                <a16:creationId xmlns:a16="http://schemas.microsoft.com/office/drawing/2014/main" id="{C9D4CA08-328A-690B-CEB1-F626FDCFFA76}"/>
              </a:ext>
            </a:extLst>
          </p:cNvPr>
          <p:cNvSpPr/>
          <p:nvPr/>
        </p:nvSpPr>
        <p:spPr>
          <a:xfrm rot="13351566">
            <a:off x="5939535" y="3425373"/>
            <a:ext cx="1786165" cy="25171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FFFFFF"/>
              </a:solidFill>
              <a:latin typeface="Franklin Gothic Medium Cond"/>
            </a:endParaRPr>
          </a:p>
        </p:txBody>
      </p:sp>
    </p:spTree>
    <p:extLst>
      <p:ext uri="{BB962C8B-B14F-4D97-AF65-F5344CB8AC3E}">
        <p14:creationId xmlns:p14="http://schemas.microsoft.com/office/powerpoint/2010/main" val="3328469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Fuel Fraction Estimation by Mission Segments</a:t>
            </a:r>
            <a:endParaRPr lang="en-US" sz="2800" dirty="0">
              <a:solidFill>
                <a:srgbClr val="75787B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182B7F-B08F-2996-F565-DD84E21170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950" y="3881813"/>
            <a:ext cx="3446076" cy="17973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FC8077C-8B45-0378-2492-788471EB9DF8}"/>
              </a:ext>
            </a:extLst>
          </p:cNvPr>
          <p:cNvSpPr/>
          <p:nvPr/>
        </p:nvSpPr>
        <p:spPr>
          <a:xfrm>
            <a:off x="602975" y="976615"/>
            <a:ext cx="42672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For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Cruise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(Segment 3 &amp; 5)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ADF21AE-9EC2-99F3-F60F-95D96E9F95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0079" y="1402013"/>
            <a:ext cx="2145395" cy="106140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5C56313D-4B17-0EBB-927C-1F397C1D5600}"/>
              </a:ext>
            </a:extLst>
          </p:cNvPr>
          <p:cNvSpPr/>
          <p:nvPr/>
        </p:nvSpPr>
        <p:spPr>
          <a:xfrm>
            <a:off x="6096000" y="980425"/>
            <a:ext cx="45720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Endurance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(Loiter) </a:t>
            </a: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(Segments 4 &amp; 6)</a:t>
            </a:r>
          </a:p>
        </p:txBody>
      </p:sp>
      <p:pic>
        <p:nvPicPr>
          <p:cNvPr id="10" name="Picture 3">
            <a:extLst>
              <a:ext uri="{FF2B5EF4-FFF2-40B4-BE49-F238E27FC236}">
                <a16:creationId xmlns:a16="http://schemas.microsoft.com/office/drawing/2014/main" id="{0B0B6E0D-0AE2-7AD0-AF5F-2842A1862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0709" y="1467332"/>
            <a:ext cx="1981200" cy="996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CE15041-236F-0440-9195-1FCFE1AFAC7C}"/>
              </a:ext>
            </a:extLst>
          </p:cNvPr>
          <p:cNvSpPr/>
          <p:nvPr/>
        </p:nvSpPr>
        <p:spPr>
          <a:xfrm>
            <a:off x="602975" y="2599247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cs typeface="Arial" pitchFamily="34" charset="0"/>
              </a:rPr>
              <a:t>Other mission segments</a:t>
            </a:r>
            <a:r>
              <a:rPr lang="en-US" sz="2000" dirty="0">
                <a:solidFill>
                  <a:srgbClr val="75787B"/>
                </a:solidFill>
                <a:latin typeface="+mn-lt"/>
                <a:cs typeface="Arial" pitchFamily="34" charset="0"/>
              </a:rPr>
              <a:t>, use following estimates of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i+1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i</a:t>
            </a:r>
            <a:endParaRPr lang="en-US" sz="2200" i="1" dirty="0">
              <a:solidFill>
                <a:srgbClr val="75787B"/>
              </a:solidFill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5D242B-6D8D-B2A5-70DA-ACDD39903749}"/>
              </a:ext>
            </a:extLst>
          </p:cNvPr>
          <p:cNvSpPr/>
          <p:nvPr/>
        </p:nvSpPr>
        <p:spPr>
          <a:xfrm>
            <a:off x="1974575" y="3000900"/>
            <a:ext cx="57912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Warmup and takeoff 		0.97</a:t>
            </a:r>
          </a:p>
          <a:p>
            <a:pPr>
              <a:defRPr/>
            </a:pP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Climb				0.985</a:t>
            </a:r>
          </a:p>
          <a:p>
            <a:pPr>
              <a:defRPr/>
            </a:pP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Descent (consider part of Cruise)	1.0</a:t>
            </a:r>
          </a:p>
          <a:p>
            <a:pPr>
              <a:defRPr/>
            </a:pPr>
            <a:r>
              <a:rPr lang="en-US" sz="18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Landing				0.995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A1D96D3-DFC9-2091-F3E3-FD745C1843BE}"/>
              </a:ext>
            </a:extLst>
          </p:cNvPr>
          <p:cNvSpPr/>
          <p:nvPr/>
        </p:nvSpPr>
        <p:spPr>
          <a:xfrm>
            <a:off x="1517375" y="4693166"/>
            <a:ext cx="7391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Warmup and takeoff: 	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2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0.97 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37D46D-545A-55E5-B751-59698F419948}"/>
              </a:ext>
            </a:extLst>
          </p:cNvPr>
          <p:cNvSpPr/>
          <p:nvPr/>
        </p:nvSpPr>
        <p:spPr>
          <a:xfrm>
            <a:off x="1497853" y="5202128"/>
            <a:ext cx="73914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Climb: 			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3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2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0.985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5DCC806-2F97-231E-F419-D7550F05CD41}"/>
              </a:ext>
            </a:extLst>
          </p:cNvPr>
          <p:cNvSpPr/>
          <p:nvPr/>
        </p:nvSpPr>
        <p:spPr>
          <a:xfrm>
            <a:off x="602975" y="4289295"/>
            <a:ext cx="8229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  <a:defRPr/>
            </a:pPr>
            <a:r>
              <a:rPr lang="en-US" sz="2000" u="sng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For the </a:t>
            </a:r>
            <a:r>
              <a:rPr lang="en-US" sz="2000" b="1" u="sng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ASW </a:t>
            </a:r>
            <a:r>
              <a:rPr lang="en-US" sz="2000" u="sng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concept</a:t>
            </a:r>
            <a:endParaRPr lang="en-US" sz="2000" i="1" u="sng" dirty="0">
              <a:solidFill>
                <a:srgbClr val="75787B"/>
              </a:solidFill>
              <a:latin typeface="+mn-lt"/>
              <a:ea typeface="+mn-ea"/>
              <a:cs typeface="Times New Roman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9673202-A0FD-EC80-BF65-2CAB017DEF26}"/>
              </a:ext>
            </a:extLst>
          </p:cNvPr>
          <p:cNvSpPr/>
          <p:nvPr/>
        </p:nvSpPr>
        <p:spPr>
          <a:xfrm>
            <a:off x="1497853" y="5711091"/>
            <a:ext cx="702614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Cruise (Segment 3): 	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4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sz="2000" b="1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{ </a:t>
            </a:r>
            <a:r>
              <a:rPr lang="en-US" sz="2000" b="1" i="1" baseline="30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–</a:t>
            </a:r>
            <a:r>
              <a:rPr lang="en-US" sz="2000" b="1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R*</a:t>
            </a:r>
            <a:r>
              <a:rPr lang="en-US" sz="2000" b="1" i="1" baseline="30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sfc</a:t>
            </a:r>
            <a:r>
              <a:rPr lang="en-US" sz="2000" b="1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/V(L/D)}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0C4F72E-87DE-0ACC-9D11-E06C75CAAB92}"/>
              </a:ext>
            </a:extLst>
          </p:cNvPr>
          <p:cNvSpPr/>
          <p:nvPr/>
        </p:nvSpPr>
        <p:spPr>
          <a:xfrm>
            <a:off x="7296150" y="5194839"/>
            <a:ext cx="838200" cy="232414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C68E62F-89C1-10CB-2F89-01C220CD61A8}"/>
              </a:ext>
            </a:extLst>
          </p:cNvPr>
          <p:cNvSpPr/>
          <p:nvPr/>
        </p:nvSpPr>
        <p:spPr>
          <a:xfrm rot="16984415">
            <a:off x="7348745" y="4831345"/>
            <a:ext cx="503928" cy="131951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9C4622F-B860-714B-F0E5-7FD828E64578}"/>
              </a:ext>
            </a:extLst>
          </p:cNvPr>
          <p:cNvSpPr/>
          <p:nvPr/>
        </p:nvSpPr>
        <p:spPr>
          <a:xfrm rot="20923677">
            <a:off x="7871180" y="4245194"/>
            <a:ext cx="838200" cy="232414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7505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11" grpId="0"/>
      <p:bldP spid="15" grpId="0"/>
      <p:bldP spid="17" grpId="0"/>
      <p:bldP spid="18" grpId="0"/>
      <p:bldP spid="19" grpId="0"/>
      <p:bldP spid="20" grpId="0"/>
      <p:bldP spid="21" grpId="0" animBg="1"/>
      <p:bldP spid="22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Cruise Segment</a:t>
            </a:r>
            <a:endParaRPr lang="en-US" sz="2800" dirty="0">
              <a:solidFill>
                <a:srgbClr val="75787B"/>
              </a:solidFill>
              <a:latin typeface="+mn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4C4C0B7-876D-72C7-87E3-32F6BC186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5735" y="1193842"/>
            <a:ext cx="4383404" cy="22861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924CAF2-2274-6D8E-FE90-F898CA3B6AB7}"/>
              </a:ext>
            </a:extLst>
          </p:cNvPr>
          <p:cNvSpPr/>
          <p:nvPr/>
        </p:nvSpPr>
        <p:spPr>
          <a:xfrm>
            <a:off x="602975" y="900125"/>
            <a:ext cx="8229600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Cruise (Segment 3): </a:t>
            </a:r>
            <a:r>
              <a:rPr lang="en-US" sz="2000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 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4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{ 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–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R*</a:t>
            </a:r>
            <a:r>
              <a:rPr lang="en-US" sz="2200" i="1" baseline="30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sfc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/V(L/D)}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0EE803A-3048-92BC-369C-9F0773E1C3C0}"/>
              </a:ext>
            </a:extLst>
          </p:cNvPr>
          <p:cNvSpPr/>
          <p:nvPr/>
        </p:nvSpPr>
        <p:spPr>
          <a:xfrm>
            <a:off x="602975" y="1477344"/>
            <a:ext cx="6653731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Given: 	R = 1500 nm = 9,114,000 </a:t>
            </a:r>
            <a:r>
              <a:rPr lang="en-US" sz="1800" i="1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ft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M = 0.6</a:t>
            </a:r>
            <a:endParaRPr lang="en-US" sz="12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Assume: 	Typical cruise altitude = 30,000 ft.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Estimate:	Speed of sound = 994.8 </a:t>
            </a:r>
            <a:r>
              <a:rPr lang="en-US" sz="1800" i="1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ft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/s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	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V = 596.9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ft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/s</a:t>
            </a:r>
          </a:p>
          <a:p>
            <a:pPr>
              <a:defRPr/>
            </a:pPr>
            <a:endParaRPr lang="en-US" sz="8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Assume: 	High bypass ratio turbofans for efficiency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Estimate:	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sfc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 = 0.5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hr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 = 0.000139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/s/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endParaRPr lang="en-US" sz="8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Assume:	AR = 7 (Combined Wing and Canard) 		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Estimate:	</a:t>
            </a:r>
            <a:r>
              <a:rPr lang="en-US" sz="1800" i="1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</a:t>
            </a:r>
            <a:r>
              <a:rPr lang="en-US" sz="1800" i="1" baseline="-25000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wet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</a:t>
            </a:r>
            <a:r>
              <a:rPr lang="en-US" sz="1800" i="1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S</a:t>
            </a:r>
            <a:r>
              <a:rPr lang="en-US" sz="1800" i="1" baseline="-25000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ref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=5.5  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Wetted Aspect Ratio = 7/ (5.5) = 1.27</a:t>
            </a:r>
          </a:p>
          <a:p>
            <a:pPr>
              <a:defRPr/>
            </a:pPr>
            <a:r>
              <a:rPr lang="en-US" sz="20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L/</a:t>
            </a:r>
            <a:r>
              <a:rPr lang="en-US" sz="1800" i="1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en-US" sz="1800" i="1" baseline="-25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max</a:t>
            </a:r>
            <a:r>
              <a:rPr lang="en-US" sz="18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16</a:t>
            </a:r>
            <a:endParaRPr lang="en-US" sz="8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Assume:  	Cruise L/D = 0.866 (L/D)</a:t>
            </a:r>
            <a:r>
              <a:rPr lang="en-US" sz="18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max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	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Estimate:	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L/D = 13.9  </a:t>
            </a:r>
            <a:endParaRPr lang="en-US" sz="18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0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		</a:t>
            </a:r>
          </a:p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Cruise (Segment 3) fuel fraction:  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4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3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0.8584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60E530-6295-71AF-85A8-E1CFB65E2151}"/>
              </a:ext>
            </a:extLst>
          </p:cNvPr>
          <p:cNvSpPr/>
          <p:nvPr/>
        </p:nvSpPr>
        <p:spPr>
          <a:xfrm>
            <a:off x="6735993" y="4248407"/>
            <a:ext cx="3923146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Cruise (Segment 5) fuel fraction: </a:t>
            </a:r>
          </a:p>
          <a:p>
            <a:pPr>
              <a:spcBef>
                <a:spcPts val="600"/>
              </a:spcBef>
              <a:defRPr/>
            </a:pP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6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{ 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–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R*</a:t>
            </a:r>
            <a:r>
              <a:rPr lang="en-US" sz="2200" i="1" baseline="30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sfc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/V(L/D)}  </a:t>
            </a:r>
          </a:p>
          <a:p>
            <a:pPr>
              <a:spcBef>
                <a:spcPts val="600"/>
              </a:spcBef>
              <a:defRPr/>
            </a:pP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6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5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0.8584</a:t>
            </a:r>
            <a:endParaRPr lang="en-US" sz="800" b="1" i="1" baseline="30000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36F1AD3-1414-5954-E781-84718FDB3895}"/>
              </a:ext>
            </a:extLst>
          </p:cNvPr>
          <p:cNvSpPr/>
          <p:nvPr/>
        </p:nvSpPr>
        <p:spPr>
          <a:xfrm rot="20792300">
            <a:off x="7217273" y="1655516"/>
            <a:ext cx="1015667" cy="303219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C3343A6-4F61-8C69-99C8-8CF167B7C2E3}"/>
              </a:ext>
            </a:extLst>
          </p:cNvPr>
          <p:cNvSpPr/>
          <p:nvPr/>
        </p:nvSpPr>
        <p:spPr>
          <a:xfrm rot="20792300">
            <a:off x="8712729" y="1245150"/>
            <a:ext cx="1015667" cy="303219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796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Loiter and Land Segments</a:t>
            </a:r>
            <a:endParaRPr lang="en-US" sz="2800" dirty="0">
              <a:solidFill>
                <a:srgbClr val="75787B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B3973CD-C7A2-3481-F932-F8FB4F69C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3352" y="1073972"/>
            <a:ext cx="4077072" cy="212642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A595E8-624F-297F-8F9F-01BFF3027BB2}"/>
              </a:ext>
            </a:extLst>
          </p:cNvPr>
          <p:cNvSpPr/>
          <p:nvPr/>
        </p:nvSpPr>
        <p:spPr>
          <a:xfrm>
            <a:off x="602975" y="1181100"/>
            <a:ext cx="8382000" cy="51193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Loiter (Segment 4):    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5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{ 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–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E*</a:t>
            </a:r>
            <a:r>
              <a:rPr lang="en-US" sz="2200" i="1" baseline="30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sfc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/(L/D)}</a:t>
            </a:r>
            <a:endParaRPr lang="en-US" sz="2000" i="1" baseline="30000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Given: 	 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 = 3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hrs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= 10,800 sec</a:t>
            </a:r>
            <a:endParaRPr lang="en-US" sz="18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Estimate:</a:t>
            </a:r>
            <a:r>
              <a:rPr lang="en-US" sz="20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sfc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 = 0.4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hr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 = 0.000111 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/s/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lb</a:t>
            </a:r>
            <a:endParaRPr lang="en-US" sz="1800" i="1" dirty="0">
              <a:solidFill>
                <a:srgbClr val="75787B"/>
              </a:solidFill>
              <a:latin typeface="+mn-lt"/>
              <a:ea typeface="+mn-ea"/>
              <a:cs typeface="Times New Roman" pitchFamily="18" charset="0"/>
            </a:endParaRP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	 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L/D = L/</a:t>
            </a:r>
            <a:r>
              <a:rPr lang="en-US" sz="1800" i="1" u="sng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D</a:t>
            </a:r>
            <a:r>
              <a:rPr lang="en-US" sz="1800" i="1" u="sng" baseline="-25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max</a:t>
            </a:r>
            <a:r>
              <a:rPr lang="en-US" sz="1800" i="1" u="sng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 16</a:t>
            </a:r>
          </a:p>
          <a:p>
            <a:pPr>
              <a:defRPr/>
            </a:pP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5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4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0.9278</a:t>
            </a:r>
            <a:endParaRPr lang="en-US" sz="2200" b="1" i="1" u="sng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	</a:t>
            </a:r>
            <a:r>
              <a:rPr lang="en-US" sz="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endParaRPr lang="en-US" sz="2000" dirty="0">
              <a:solidFill>
                <a:srgbClr val="75787B"/>
              </a:solidFill>
              <a:latin typeface="+mn-lt"/>
              <a:ea typeface="+mn-ea"/>
              <a:cs typeface="Arial" pitchFamily="34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Loiter (Segment 6):   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7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{ 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–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E*</a:t>
            </a:r>
            <a:r>
              <a:rPr lang="en-US" sz="2200" i="1" baseline="30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sfc</a:t>
            </a:r>
            <a:r>
              <a:rPr lang="en-US" sz="2200" i="1" baseline="30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/(L/D)}</a:t>
            </a:r>
            <a:endParaRPr lang="en-US" sz="10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000" i="1" baseline="30000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Given: 	</a:t>
            </a:r>
            <a:r>
              <a:rPr lang="en-US" sz="1800" i="1" u="sng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E = 20 min = 1,200 sec </a:t>
            </a:r>
            <a:r>
              <a:rPr lang="en-US" sz="1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7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6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0.9917</a:t>
            </a:r>
            <a:endParaRPr lang="en-US" sz="22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800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</a:t>
            </a:r>
            <a:endParaRPr lang="en-US" sz="1200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Landing (Segment 7):</a:t>
            </a:r>
            <a:r>
              <a:rPr lang="en-US" sz="2000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8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7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 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= 0.995</a:t>
            </a:r>
            <a:endParaRPr lang="en-US" sz="1200" b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endParaRPr lang="en-US" sz="1200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Therefore       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8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= 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0.6444     from </a:t>
            </a:r>
          </a:p>
          <a:p>
            <a:pPr>
              <a:defRPr/>
            </a:pPr>
            <a:endParaRPr lang="en-US" sz="2200" b="1" i="1" dirty="0">
              <a:solidFill>
                <a:srgbClr val="75787B"/>
              </a:solidFill>
              <a:latin typeface="+mn-lt"/>
              <a:ea typeface="+mn-ea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Mission Fuel Fraction =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(1 – W</a:t>
            </a:r>
            <a:r>
              <a:rPr lang="en-US" sz="2200" b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8</a:t>
            </a:r>
            <a:r>
              <a:rPr lang="en-US" sz="22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200" b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1</a:t>
            </a:r>
            <a:r>
              <a:rPr lang="en-US" sz="22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)</a:t>
            </a:r>
            <a:r>
              <a:rPr lang="en-US" sz="2200" b="1" dirty="0">
                <a:solidFill>
                  <a:srgbClr val="75787B"/>
                </a:solidFill>
                <a:latin typeface="+mn-lt"/>
                <a:ea typeface="+mn-ea"/>
                <a:cs typeface="Arial" panose="020B0604020202020204" pitchFamily="34" charset="0"/>
              </a:rPr>
              <a:t>	</a:t>
            </a:r>
          </a:p>
          <a:p>
            <a:pPr>
              <a:defRPr/>
            </a:pPr>
            <a:endParaRPr lang="en-US" sz="2000" dirty="0">
              <a:solidFill>
                <a:srgbClr val="75787B"/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>
              <a:defRPr/>
            </a:pP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Fuel [Weight] Fraction: </a:t>
            </a:r>
            <a:r>
              <a:rPr lang="en-US" sz="2000" b="1" i="1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W</a:t>
            </a:r>
            <a:r>
              <a:rPr lang="en-US" sz="2000" b="1" i="1" baseline="-25000" dirty="0" err="1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fuel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/ W</a:t>
            </a:r>
            <a:r>
              <a:rPr lang="en-US" sz="2000" b="1" i="1" baseline="-25000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TO</a:t>
            </a: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 = (1 + 0.05 + 0.01) (1 – 0.6441) </a:t>
            </a:r>
          </a:p>
          <a:p>
            <a:pPr>
              <a:defRPr/>
            </a:pPr>
            <a:r>
              <a:rPr lang="en-US" sz="2000" b="1" i="1" dirty="0">
                <a:solidFill>
                  <a:srgbClr val="75787B"/>
                </a:solidFill>
                <a:latin typeface="+mn-lt"/>
                <a:ea typeface="+mn-ea"/>
                <a:cs typeface="Times New Roman" panose="02020603050405020304" pitchFamily="18" charset="0"/>
              </a:rPr>
              <a:t>				    = 0.3768 </a:t>
            </a:r>
            <a:r>
              <a:rPr lang="en-US" sz="2000" b="1" dirty="0">
                <a:solidFill>
                  <a:srgbClr val="75787B"/>
                </a:solidFill>
                <a:latin typeface="+mn-lt"/>
                <a:ea typeface="+mn-ea"/>
                <a:cs typeface="Arial" pitchFamily="34" charset="0"/>
              </a:rPr>
              <a:t>	 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BB4929-6308-6A0F-695C-591A4A5FA81B}"/>
              </a:ext>
            </a:extLst>
          </p:cNvPr>
          <p:cNvSpPr/>
          <p:nvPr/>
        </p:nvSpPr>
        <p:spPr>
          <a:xfrm>
            <a:off x="10629901" y="1734397"/>
            <a:ext cx="799183" cy="246804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21774DB-6317-4AEA-EBE3-9CAC166F1183}"/>
              </a:ext>
            </a:extLst>
          </p:cNvPr>
          <p:cNvSpPr/>
          <p:nvPr/>
        </p:nvSpPr>
        <p:spPr>
          <a:xfrm rot="21437506">
            <a:off x="9104270" y="1665723"/>
            <a:ext cx="744286" cy="239641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512501-0EF4-1539-C4D6-BAAFF3BD8517}"/>
              </a:ext>
            </a:extLst>
          </p:cNvPr>
          <p:cNvSpPr/>
          <p:nvPr/>
        </p:nvSpPr>
        <p:spPr>
          <a:xfrm>
            <a:off x="10706100" y="2641626"/>
            <a:ext cx="609600" cy="246804"/>
          </a:xfrm>
          <a:prstGeom prst="ellipse">
            <a:avLst/>
          </a:prstGeom>
          <a:noFill/>
          <a:ln>
            <a:solidFill>
              <a:srgbClr val="66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 sz="2200">
              <a:solidFill>
                <a:srgbClr val="75787B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62CC4BF-71B7-92EA-B305-D3F38AE2CA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2853" b="46687"/>
          <a:stretch/>
        </p:blipFill>
        <p:spPr>
          <a:xfrm>
            <a:off x="6772407" y="4283778"/>
            <a:ext cx="2438770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615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TOGW Iterations</a:t>
            </a:r>
            <a:endParaRPr lang="en-US" sz="2800" dirty="0">
              <a:solidFill>
                <a:srgbClr val="75787B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A595E8-624F-297F-8F9F-01BFF3027BB2}"/>
                  </a:ext>
                </a:extLst>
              </p:cNvPr>
              <p:cNvSpPr/>
              <p:nvPr/>
            </p:nvSpPr>
            <p:spPr>
              <a:xfrm>
                <a:off x="602975" y="1181100"/>
                <a:ext cx="3338384" cy="266143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 kern="0" smtClea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US" sz="2000" i="1" ker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𝑊</m:t>
                          </m:r>
                        </m:e>
                        <m:sub>
                          <m:r>
                            <a:rPr lang="en-US" sz="2000" i="1" ker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𝑇𝑂</m:t>
                          </m:r>
                        </m:sub>
                      </m:sSub>
                      <m:r>
                        <a:rPr lang="en-US" sz="2000" i="1" kern="0">
                          <a:solidFill>
                            <a:srgbClr val="75787B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US" sz="2000" i="1" ker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000" i="1" ker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2000" i="1" kern="0"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  <m:t>𝑓𝑖𝑥𝑒𝑑</m:t>
                              </m:r>
                            </m:sub>
                          </m:sSub>
                        </m:num>
                        <m:den>
                          <m:r>
                            <a:rPr lang="en-US" sz="2000" i="1" ker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1−</m:t>
                          </m:r>
                          <m:f>
                            <m:fPr>
                              <m:ctrlPr>
                                <a:rPr lang="en-US" sz="2000" i="1" kern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𝑒𝑚𝑝𝑡𝑦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 kern="0">
                                      <a:solidFill>
                                        <a:srgbClr val="EB7925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𝑇𝑂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2000" i="1" kern="0">
                              <a:solidFill>
                                <a:srgbClr val="75787B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i="1" kern="0">
                                  <a:solidFill>
                                    <a:srgbClr val="8C2043"/>
                                  </a:solidFill>
                                  <a:latin typeface="Cambria Math" panose="02040503050406030204" pitchFamily="18" charset="0"/>
                                  <a:cs typeface="Arial" panose="020B0604020202020204" pitchFamily="3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𝑓𝑢𝑒𝑙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𝑊</m:t>
                                  </m:r>
                                </m:e>
                                <m:sub>
                                  <m:r>
                                    <a:rPr lang="en-US" sz="2000" i="1" kern="0">
                                      <a:solidFill>
                                        <a:srgbClr val="8C2043"/>
                                      </a:solidFill>
                                      <a:latin typeface="Cambria Math" panose="02040503050406030204" pitchFamily="18" charset="0"/>
                                      <a:cs typeface="Arial" panose="020B0604020202020204" pitchFamily="34" charset="0"/>
                                    </a:rPr>
                                    <m:t>𝑇𝑂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sz="2000" b="1" dirty="0">
                  <a:solidFill>
                    <a:srgbClr val="75787B"/>
                  </a:solidFill>
                  <a:latin typeface="+mn-lt"/>
                  <a:ea typeface="+mn-ea"/>
                  <a:cs typeface="Arial" pitchFamily="34" charset="0"/>
                </a:endParaRPr>
              </a:p>
              <a:p>
                <a:pPr>
                  <a:defRPr/>
                </a:pPr>
                <a:endParaRPr lang="en-US" sz="2000" b="1" dirty="0">
                  <a:solidFill>
                    <a:srgbClr val="75787B"/>
                  </a:solidFill>
                  <a:latin typeface="+mn-lt"/>
                  <a:ea typeface="+mn-ea"/>
                  <a:cs typeface="Arial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  <a:defRPr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ker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en-US" sz="2000" i="1" ker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US" sz="2000" i="1" ker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𝑓𝑖𝑥𝑒𝑑</m:t>
                        </m:r>
                      </m:sub>
                    </m:sSub>
                    <m:r>
                      <a:rPr lang="en-US" sz="2000" b="0" i="1" kern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=10,800</m:t>
                    </m:r>
                  </m:oMath>
                </a14:m>
                <a:r>
                  <a:rPr lang="en-US" sz="2000" kern="0" dirty="0">
                    <a:solidFill>
                      <a:srgbClr val="75787B"/>
                    </a:solidFill>
                    <a:latin typeface="+mn-lt"/>
                    <a:cs typeface="Arial" panose="020B0604020202020204" pitchFamily="34" charset="0"/>
                  </a:rPr>
                  <a:t> lbs</a:t>
                </a:r>
              </a:p>
              <a:p>
                <a:pPr marL="342900" indent="-342900">
                  <a:buFont typeface="Wingdings" panose="05000000000000000000" pitchFamily="2" charset="2"/>
                  <a:buChar char="ü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0">
                            <a:solidFill>
                              <a:srgbClr val="8C2043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𝑓𝑢𝑒𝑙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8C2043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𝑇𝑂</m:t>
                            </m:r>
                          </m:sub>
                        </m:sSub>
                      </m:den>
                    </m:f>
                    <m:r>
                      <a:rPr lang="en-US" sz="2000" b="0" i="1" kern="0" smtClean="0">
                        <a:solidFill>
                          <a:srgbClr val="8C2043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=0.3773</m:t>
                    </m:r>
                  </m:oMath>
                </a14:m>
                <a:endParaRPr lang="en-US" sz="2000" kern="0" dirty="0">
                  <a:solidFill>
                    <a:srgbClr val="75787B"/>
                  </a:solidFill>
                  <a:latin typeface="+mn-lt"/>
                  <a:cs typeface="Arial" panose="020B0604020202020204" pitchFamily="34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ü"/>
                  <a:defRPr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US" sz="2000" i="1" kern="0">
                            <a:solidFill>
                              <a:srgbClr val="EB7925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𝑒𝑚𝑝𝑡𝑦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2000" i="1" kern="0">
                                <a:solidFill>
                                  <a:srgbClr val="EB7925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𝑇𝑂</m:t>
                            </m:r>
                          </m:sub>
                        </m:sSub>
                      </m:den>
                    </m:f>
                    <m:r>
                      <a:rPr lang="en-US" sz="2000" b="0" i="1" kern="0" smtClean="0">
                        <a:solidFill>
                          <a:srgbClr val="EB7925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=0.93 </m:t>
                    </m:r>
                    <m:sSubSup>
                      <m:sSubSupPr>
                        <m:ctrlPr>
                          <a:rPr lang="en-US" sz="2000" b="0" i="1" kern="0" smtClean="0">
                            <a:solidFill>
                              <a:srgbClr val="EB7925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SupPr>
                      <m:e>
                        <m:r>
                          <a:rPr lang="en-US" sz="2000" b="0" i="1" kern="0" smtClean="0">
                            <a:solidFill>
                              <a:srgbClr val="EB7925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𝑊</m:t>
                        </m:r>
                      </m:e>
                      <m:sub>
                        <m:r>
                          <a:rPr lang="en-US" sz="2000" b="0" i="1" kern="0" smtClean="0">
                            <a:solidFill>
                              <a:srgbClr val="EB7925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𝑇𝑂</m:t>
                        </m:r>
                      </m:sub>
                      <m:sup>
                        <m:r>
                          <a:rPr lang="en-US" sz="2000" b="0" i="1" kern="0" smtClean="0">
                            <a:solidFill>
                              <a:srgbClr val="EB7925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−0.07</m:t>
                        </m:r>
                      </m:sup>
                    </m:sSubSup>
                  </m:oMath>
                </a14:m>
                <a:endParaRPr lang="en-US" sz="2000" b="1" dirty="0">
                  <a:solidFill>
                    <a:srgbClr val="75787B"/>
                  </a:solidFill>
                  <a:latin typeface="+mn-lt"/>
                  <a:ea typeface="+mn-ea"/>
                  <a:cs typeface="Arial" pitchFamily="34" charset="0"/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CA595E8-624F-297F-8F9F-01BFF3027B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975" y="1181100"/>
                <a:ext cx="3338384" cy="2661434"/>
              </a:xfrm>
              <a:prstGeom prst="rect">
                <a:avLst/>
              </a:prstGeom>
              <a:blipFill>
                <a:blip r:embed="rId2"/>
                <a:stretch>
                  <a:fillRect l="-16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8253E3F4-FBF3-D069-66AC-3D285CA7182F}"/>
              </a:ext>
            </a:extLst>
          </p:cNvPr>
          <p:cNvGrpSpPr/>
          <p:nvPr/>
        </p:nvGrpSpPr>
        <p:grpSpPr>
          <a:xfrm>
            <a:off x="3918481" y="1095374"/>
            <a:ext cx="8041468" cy="2771749"/>
            <a:chOff x="865226" y="1001895"/>
            <a:chExt cx="10551798" cy="363701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293BB8A-37AA-DDE6-EE94-AAA856A6F232}"/>
                    </a:ext>
                  </a:extLst>
                </p:cNvPr>
                <p:cNvSpPr/>
                <p:nvPr/>
              </p:nvSpPr>
              <p:spPr>
                <a:xfrm>
                  <a:off x="2033989" y="2705588"/>
                  <a:ext cx="1096432" cy="53763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dirty="0" smtClea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dirty="0" smtClea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b="0" i="1" dirty="0" smtClea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</a:rPr>
                              <m:t>𝑇𝑂</m:t>
                            </m:r>
                          </m:sub>
                        </m:sSub>
                      </m:oMath>
                    </m:oMathPara>
                  </a14:m>
                  <a:endParaRPr lang="en-US" sz="1100" dirty="0">
                    <a:solidFill>
                      <a:srgbClr val="75787B"/>
                    </a:solidFill>
                  </a:endParaRPr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6293BB8A-37AA-DDE6-EE94-AAA856A6F2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33989" y="2705588"/>
                  <a:ext cx="1096432" cy="537633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29042FC-2D19-844C-2F21-23EFC2488CA9}"/>
                    </a:ext>
                  </a:extLst>
                </p:cNvPr>
                <p:cNvSpPr/>
                <p:nvPr/>
              </p:nvSpPr>
              <p:spPr>
                <a:xfrm>
                  <a:off x="5972174" y="2624563"/>
                  <a:ext cx="2104349" cy="69968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>
                  <a:spAutoFit/>
                </a:bodyPr>
                <a:lstStyle/>
                <a:p>
                  <a:pPr algn="ctr"/>
                  <a:r>
                    <a:rPr lang="en-US" sz="1100" b="0" dirty="0">
                      <a:solidFill>
                        <a:srgbClr val="75787B"/>
                      </a:solidFill>
                    </a:rPr>
                    <a:t>Compute empty weight fraction: </a:t>
                  </a:r>
                  <a14:m>
                    <m:oMath xmlns:m="http://schemas.openxmlformats.org/officeDocument/2006/math">
                      <m:f>
                        <m:fPr>
                          <m:ctrlPr>
                            <a:rPr lang="en-US" sz="1100" b="0" i="1" dirty="0" smtClean="0">
                              <a:solidFill>
                                <a:srgbClr val="EB792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100" b="0" i="1" dirty="0" smtClean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  <m:t>𝑒𝑚𝑝𝑡𝑦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100" i="1" dirty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i="1" dirty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en-US" sz="1100" i="1" dirty="0">
                                  <a:solidFill>
                                    <a:srgbClr val="EB7925"/>
                                  </a:solidFill>
                                  <a:latin typeface="Cambria Math" panose="02040503050406030204" pitchFamily="18" charset="0"/>
                                </a:rPr>
                                <m:t>𝑇𝑂</m:t>
                              </m:r>
                            </m:sub>
                          </m:sSub>
                        </m:den>
                      </m:f>
                    </m:oMath>
                  </a14:m>
                  <a:endParaRPr lang="en-US" sz="1400" dirty="0">
                    <a:solidFill>
                      <a:srgbClr val="75787B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329042FC-2D19-844C-2F21-23EFC2488CA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72174" y="2624563"/>
                  <a:ext cx="2104349" cy="699681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6DBC5CF-8D77-374D-EDAB-4047625ACF55}"/>
                    </a:ext>
                  </a:extLst>
                </p:cNvPr>
                <p:cNvSpPr/>
                <p:nvPr/>
              </p:nvSpPr>
              <p:spPr>
                <a:xfrm>
                  <a:off x="3867827" y="1914805"/>
                  <a:ext cx="2104348" cy="537633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100" b="0" dirty="0">
                      <a:solidFill>
                        <a:srgbClr val="75787B"/>
                      </a:solidFill>
                    </a:rPr>
                    <a:t>Compute mission fuel: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solidFill>
                                <a:srgbClr val="8C2043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solidFill>
                                <a:srgbClr val="8C2043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1100" b="0" i="1" smtClean="0">
                              <a:solidFill>
                                <a:srgbClr val="8C2043"/>
                              </a:solidFill>
                              <a:latin typeface="Cambria Math" panose="02040503050406030204" pitchFamily="18" charset="0"/>
                            </a:rPr>
                            <m:t>𝑓𝑢𝑒𝑙</m:t>
                          </m:r>
                        </m:sub>
                      </m:sSub>
                    </m:oMath>
                  </a14:m>
                  <a:endParaRPr lang="en-US" sz="1400" dirty="0">
                    <a:solidFill>
                      <a:srgbClr val="75787B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Rectangle 26">
                  <a:extLst>
                    <a:ext uri="{FF2B5EF4-FFF2-40B4-BE49-F238E27FC236}">
                      <a16:creationId xmlns:a16="http://schemas.microsoft.com/office/drawing/2014/main" id="{56DBC5CF-8D77-374D-EDAB-4047625ACF5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67827" y="1914805"/>
                  <a:ext cx="2104348" cy="537633"/>
                </a:xfrm>
                <a:prstGeom prst="rect">
                  <a:avLst/>
                </a:prstGeom>
                <a:blipFill>
                  <a:blip r:embed="rId5"/>
                  <a:stretch>
                    <a:fillRect t="-4286" b="-2857"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Parallelogram 27">
                  <a:extLst>
                    <a:ext uri="{FF2B5EF4-FFF2-40B4-BE49-F238E27FC236}">
                      <a16:creationId xmlns:a16="http://schemas.microsoft.com/office/drawing/2014/main" id="{11B3A874-14A1-A944-4944-EEBC5B936E11}"/>
                    </a:ext>
                  </a:extLst>
                </p:cNvPr>
                <p:cNvSpPr/>
                <p:nvPr/>
              </p:nvSpPr>
              <p:spPr>
                <a:xfrm>
                  <a:off x="10248626" y="2538870"/>
                  <a:ext cx="1168398" cy="537633"/>
                </a:xfrm>
                <a:prstGeom prst="parallelogram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𝑓𝑖𝑥𝑒𝑑</m:t>
                            </m:r>
                          </m:sub>
                        </m:sSub>
                      </m:oMath>
                    </m:oMathPara>
                  </a14:m>
                  <a:endParaRPr lang="en-US" sz="1400" dirty="0">
                    <a:solidFill>
                      <a:srgbClr val="75787B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Parallelogram 27">
                  <a:extLst>
                    <a:ext uri="{FF2B5EF4-FFF2-40B4-BE49-F238E27FC236}">
                      <a16:creationId xmlns:a16="http://schemas.microsoft.com/office/drawing/2014/main" id="{11B3A874-14A1-A944-4944-EEBC5B936E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48626" y="2538870"/>
                  <a:ext cx="1168398" cy="537633"/>
                </a:xfrm>
                <a:prstGeom prst="parallelogram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3E7950C0-4A00-E942-EB80-FB1CBDDA55FD}"/>
                </a:ext>
              </a:extLst>
            </p:cNvPr>
            <p:cNvSpPr/>
            <p:nvPr/>
          </p:nvSpPr>
          <p:spPr>
            <a:xfrm>
              <a:off x="2827873" y="1001897"/>
              <a:ext cx="1168398" cy="537633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75787B"/>
                  </a:solidFill>
                </a:rPr>
                <a:t>Mission Profile</a:t>
              </a:r>
            </a:p>
          </p:txBody>
        </p: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05D2020A-B1C2-7587-DDFE-4E21D3CD9FC7}"/>
                </a:ext>
              </a:extLst>
            </p:cNvPr>
            <p:cNvSpPr/>
            <p:nvPr/>
          </p:nvSpPr>
          <p:spPr>
            <a:xfrm>
              <a:off x="4076705" y="1001896"/>
              <a:ext cx="1826683" cy="537633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75787B"/>
                  </a:solidFill>
                </a:rPr>
                <a:t>Aerodynamic Characteristics</a:t>
              </a:r>
            </a:p>
          </p:txBody>
        </p: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6909E5E7-EE31-E8D1-5279-B296BE6C8D25}"/>
                </a:ext>
              </a:extLst>
            </p:cNvPr>
            <p:cNvSpPr/>
            <p:nvPr/>
          </p:nvSpPr>
          <p:spPr>
            <a:xfrm>
              <a:off x="5983822" y="1001895"/>
              <a:ext cx="1826682" cy="537633"/>
            </a:xfrm>
            <a:prstGeom prst="parallelogram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rgbClr val="75787B"/>
                  </a:solidFill>
                </a:rPr>
                <a:t>Propulsive Characteristics</a:t>
              </a:r>
            </a:p>
          </p:txBody>
        </p:sp>
        <p:cxnSp>
          <p:nvCxnSpPr>
            <p:cNvPr id="33" name="Connector: Elbow 32">
              <a:extLst>
                <a:ext uri="{FF2B5EF4-FFF2-40B4-BE49-F238E27FC236}">
                  <a16:creationId xmlns:a16="http://schemas.microsoft.com/office/drawing/2014/main" id="{2D39C98E-8BC6-482F-2E83-B26DCAA83C2C}"/>
                </a:ext>
              </a:extLst>
            </p:cNvPr>
            <p:cNvCxnSpPr>
              <a:cxnSpLocks/>
              <a:stCxn id="29" idx="3"/>
              <a:endCxn id="27" idx="0"/>
            </p:cNvCxnSpPr>
            <p:nvPr/>
          </p:nvCxnSpPr>
          <p:spPr>
            <a:xfrm rot="16200000" flipH="1">
              <a:off x="3944797" y="939600"/>
              <a:ext cx="375275" cy="1575133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: Elbow 33">
              <a:extLst>
                <a:ext uri="{FF2B5EF4-FFF2-40B4-BE49-F238E27FC236}">
                  <a16:creationId xmlns:a16="http://schemas.microsoft.com/office/drawing/2014/main" id="{1324A81C-F998-B7D6-4032-83CA07A9464B}"/>
                </a:ext>
              </a:extLst>
            </p:cNvPr>
            <p:cNvCxnSpPr>
              <a:cxnSpLocks/>
              <a:stCxn id="30" idx="3"/>
              <a:endCxn id="27" idx="0"/>
            </p:cNvCxnSpPr>
            <p:nvPr/>
          </p:nvCxnSpPr>
          <p:spPr>
            <a:xfrm rot="5400000">
              <a:off x="4733784" y="1725747"/>
              <a:ext cx="375276" cy="2841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or: Elbow 36">
              <a:extLst>
                <a:ext uri="{FF2B5EF4-FFF2-40B4-BE49-F238E27FC236}">
                  <a16:creationId xmlns:a16="http://schemas.microsoft.com/office/drawing/2014/main" id="{91A9EAEC-DE3F-C9AD-132D-8FAB6F0085FE}"/>
                </a:ext>
              </a:extLst>
            </p:cNvPr>
            <p:cNvCxnSpPr>
              <a:cxnSpLocks/>
              <a:stCxn id="31" idx="3"/>
              <a:endCxn id="27" idx="0"/>
            </p:cNvCxnSpPr>
            <p:nvPr/>
          </p:nvCxnSpPr>
          <p:spPr>
            <a:xfrm rot="5400000">
              <a:off x="5687342" y="772187"/>
              <a:ext cx="375277" cy="1909958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170AB736-CC5C-3FDD-619F-A6583F8444F8}"/>
                    </a:ext>
                  </a:extLst>
                </p:cNvPr>
                <p:cNvSpPr/>
                <p:nvPr/>
              </p:nvSpPr>
              <p:spPr>
                <a:xfrm>
                  <a:off x="8286751" y="3631709"/>
                  <a:ext cx="2697125" cy="1007201"/>
                </a:xfrm>
                <a:prstGeom prst="rect">
                  <a:avLst/>
                </a:prstGeom>
                <a:no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spAutoFit/>
                </a:bodyPr>
                <a:lstStyle/>
                <a:p>
                  <a:pPr algn="ctr"/>
                  <a:r>
                    <a:rPr lang="en-US" sz="1100" b="0" dirty="0">
                      <a:solidFill>
                        <a:srgbClr val="75787B"/>
                      </a:solidFill>
                    </a:rPr>
                    <a:t>Compute new TOGW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𝑊</m:t>
                            </m:r>
                          </m:e>
                          <m:sub>
                            <m: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𝑇𝑂</m:t>
                            </m:r>
                          </m:sub>
                        </m:sSub>
                        <m:r>
                          <a:rPr lang="en-US" sz="1100" i="1" kern="0">
                            <a:solidFill>
                              <a:srgbClr val="75787B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=</m:t>
                        </m:r>
                        <m:f>
                          <m:fPr>
                            <m:ctrlP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11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𝑊</m:t>
                                </m:r>
                              </m:e>
                              <m:sub>
                                <m:r>
                                  <a:rPr lang="en-US" sz="1100" i="1" ker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  <m:t>𝑓𝑖𝑥𝑒𝑑</m:t>
                                </m:r>
                              </m:sub>
                            </m:sSub>
                          </m:num>
                          <m:den>
                            <m: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sz="1100" i="1" kern="0">
                                    <a:solidFill>
                                      <a:srgbClr val="EB7925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𝑒𝑚𝑝𝑡𝑦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i="1" kern="0">
                                        <a:solidFill>
                                          <a:srgbClr val="EB7925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𝑇𝑂</m:t>
                                    </m:r>
                                  </m:sub>
                                </m:sSub>
                              </m:den>
                            </m:f>
                            <m:r>
                              <a:rPr lang="en-US" sz="1100" i="1" kern="0">
                                <a:solidFill>
                                  <a:srgbClr val="75787B"/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1100" i="1" kern="0">
                                    <a:solidFill>
                                      <a:srgbClr val="8C2043"/>
                                    </a:solidFill>
                                    <a:latin typeface="Cambria Math" panose="02040503050406030204" pitchFamily="18" charset="0"/>
                                    <a:cs typeface="Arial" panose="020B0604020202020204" pitchFamily="34" charset="0"/>
                                  </a:rPr>
                                </m:ctrlPr>
                              </m:fPr>
                              <m:num>
                                <m:sSub>
                                  <m:sSubPr>
                                    <m:ctrlP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𝑓𝑢𝑒𝑙</m:t>
                                    </m:r>
                                  </m:sub>
                                </m:sSub>
                              </m:num>
                              <m:den>
                                <m:sSub>
                                  <m:sSubPr>
                                    <m:ctrlP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𝑊</m:t>
                                    </m:r>
                                  </m:e>
                                  <m:sub>
                                    <m:r>
                                      <a:rPr lang="en-US" sz="1100" i="1" kern="0">
                                        <a:solidFill>
                                          <a:srgbClr val="8C2043"/>
                                        </a:solidFill>
                                        <a:latin typeface="Cambria Math" panose="02040503050406030204" pitchFamily="18" charset="0"/>
                                        <a:cs typeface="Arial" panose="020B0604020202020204" pitchFamily="34" charset="0"/>
                                      </a:rPr>
                                      <m:t>𝑇𝑂</m:t>
                                    </m:r>
                                  </m:sub>
                                </m:sSub>
                              </m:den>
                            </m:f>
                          </m:den>
                        </m:f>
                      </m:oMath>
                    </m:oMathPara>
                  </a14:m>
                  <a:endParaRPr lang="en-US" sz="1100" dirty="0">
                    <a:solidFill>
                      <a:srgbClr val="75787B"/>
                    </a:solidFill>
                  </a:endParaRPr>
                </a:p>
              </p:txBody>
            </p:sp>
          </mc:Choice>
          <mc:Fallback xmlns="">
            <p:sp>
              <p:nvSpPr>
                <p:cNvPr id="40" name="Rectangle 39">
                  <a:extLst>
                    <a:ext uri="{FF2B5EF4-FFF2-40B4-BE49-F238E27FC236}">
                      <a16:creationId xmlns:a16="http://schemas.microsoft.com/office/drawing/2014/main" id="{170AB736-CC5C-3FDD-619F-A6583F8444F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86751" y="3631709"/>
                  <a:ext cx="2697125" cy="100720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19050">
                  <a:solidFill>
                    <a:schemeClr val="tx1"/>
                  </a:solidFill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0" name="Connector: Elbow 49">
              <a:extLst>
                <a:ext uri="{FF2B5EF4-FFF2-40B4-BE49-F238E27FC236}">
                  <a16:creationId xmlns:a16="http://schemas.microsoft.com/office/drawing/2014/main" id="{4CD75336-A0C0-7339-BA33-4853EE1C8C64}"/>
                </a:ext>
              </a:extLst>
            </p:cNvPr>
            <p:cNvCxnSpPr>
              <a:cxnSpLocks/>
              <a:stCxn id="25" idx="3"/>
              <a:endCxn id="27" idx="1"/>
            </p:cNvCxnSpPr>
            <p:nvPr/>
          </p:nvCxnSpPr>
          <p:spPr>
            <a:xfrm flipV="1">
              <a:off x="3130421" y="2183622"/>
              <a:ext cx="737406" cy="790783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B13D6867-7515-2BF1-4F49-CB9CA4FE71B0}"/>
                </a:ext>
              </a:extLst>
            </p:cNvPr>
            <p:cNvCxnSpPr>
              <a:cxnSpLocks/>
              <a:stCxn id="25" idx="3"/>
              <a:endCxn id="26" idx="1"/>
            </p:cNvCxnSpPr>
            <p:nvPr/>
          </p:nvCxnSpPr>
          <p:spPr>
            <a:xfrm flipV="1">
              <a:off x="3130421" y="2974404"/>
              <a:ext cx="2841752" cy="1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or: Elbow 58">
              <a:extLst>
                <a:ext uri="{FF2B5EF4-FFF2-40B4-BE49-F238E27FC236}">
                  <a16:creationId xmlns:a16="http://schemas.microsoft.com/office/drawing/2014/main" id="{0B9C6E7B-AFB6-6C8D-DD22-4F2E89D4ACAA}"/>
                </a:ext>
              </a:extLst>
            </p:cNvPr>
            <p:cNvCxnSpPr>
              <a:cxnSpLocks/>
              <a:stCxn id="27" idx="3"/>
              <a:endCxn id="40" idx="0"/>
            </p:cNvCxnSpPr>
            <p:nvPr/>
          </p:nvCxnSpPr>
          <p:spPr>
            <a:xfrm>
              <a:off x="5972175" y="2183623"/>
              <a:ext cx="3663139" cy="1448087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or: Elbow 61">
              <a:extLst>
                <a:ext uri="{FF2B5EF4-FFF2-40B4-BE49-F238E27FC236}">
                  <a16:creationId xmlns:a16="http://schemas.microsoft.com/office/drawing/2014/main" id="{D408351A-D293-A5A4-8EB6-83590C143CD9}"/>
                </a:ext>
              </a:extLst>
            </p:cNvPr>
            <p:cNvCxnSpPr>
              <a:cxnSpLocks/>
              <a:stCxn id="26" idx="3"/>
              <a:endCxn id="40" idx="0"/>
            </p:cNvCxnSpPr>
            <p:nvPr/>
          </p:nvCxnSpPr>
          <p:spPr>
            <a:xfrm>
              <a:off x="8076523" y="2974404"/>
              <a:ext cx="1558791" cy="657306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Connector: Elbow 64">
              <a:extLst>
                <a:ext uri="{FF2B5EF4-FFF2-40B4-BE49-F238E27FC236}">
                  <a16:creationId xmlns:a16="http://schemas.microsoft.com/office/drawing/2014/main" id="{6AC01A1F-41E5-0E2F-5EB5-31B9BF869C39}"/>
                </a:ext>
              </a:extLst>
            </p:cNvPr>
            <p:cNvCxnSpPr>
              <a:cxnSpLocks/>
              <a:stCxn id="28" idx="3"/>
              <a:endCxn id="40" idx="0"/>
            </p:cNvCxnSpPr>
            <p:nvPr/>
          </p:nvCxnSpPr>
          <p:spPr>
            <a:xfrm rot="5400000">
              <a:off x="9922864" y="2788953"/>
              <a:ext cx="555207" cy="1130307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Connector: Elbow 69">
              <a:extLst>
                <a:ext uri="{FF2B5EF4-FFF2-40B4-BE49-F238E27FC236}">
                  <a16:creationId xmlns:a16="http://schemas.microsoft.com/office/drawing/2014/main" id="{EE011184-C4B6-7E1B-58A3-46A5501EAB47}"/>
                </a:ext>
              </a:extLst>
            </p:cNvPr>
            <p:cNvCxnSpPr>
              <a:cxnSpLocks/>
              <a:stCxn id="40" idx="1"/>
              <a:endCxn id="25" idx="2"/>
            </p:cNvCxnSpPr>
            <p:nvPr/>
          </p:nvCxnSpPr>
          <p:spPr>
            <a:xfrm rot="10800000">
              <a:off x="2582207" y="3243221"/>
              <a:ext cx="5704545" cy="892089"/>
            </a:xfrm>
            <a:prstGeom prst="bentConnector2">
              <a:avLst/>
            </a:prstGeom>
            <a:ln w="19050">
              <a:solidFill>
                <a:schemeClr val="tx1"/>
              </a:solidFill>
              <a:tailEnd type="triangl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Rectangle 39">
              <a:extLst>
                <a:ext uri="{FF2B5EF4-FFF2-40B4-BE49-F238E27FC236}">
                  <a16:creationId xmlns:a16="http://schemas.microsoft.com/office/drawing/2014/main" id="{C7BBE0DC-6844-8678-EE3B-BD82C4463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8088" y="1571067"/>
              <a:ext cx="1162961" cy="565398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>
                  <a:latin typeface="+mn-lt"/>
                </a:rPr>
                <a:t>Initialize by guessing</a:t>
              </a:r>
            </a:p>
          </p:txBody>
        </p:sp>
        <p:sp>
          <p:nvSpPr>
            <p:cNvPr id="74" name="Line 41">
              <a:extLst>
                <a:ext uri="{FF2B5EF4-FFF2-40B4-BE49-F238E27FC236}">
                  <a16:creationId xmlns:a16="http://schemas.microsoft.com/office/drawing/2014/main" id="{19B8AD68-8D60-9CA9-B84B-4B07A7A63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67397" y="2144156"/>
              <a:ext cx="704850" cy="695325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  <p:sp>
          <p:nvSpPr>
            <p:cNvPr id="107" name="Rectangle 39">
              <a:extLst>
                <a:ext uri="{FF2B5EF4-FFF2-40B4-BE49-F238E27FC236}">
                  <a16:creationId xmlns:a16="http://schemas.microsoft.com/office/drawing/2014/main" id="{DF4421CE-F6A4-ED80-5C43-E9B7A26690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65226" y="3722837"/>
              <a:ext cx="1162961" cy="565398"/>
            </a:xfrm>
            <a:prstGeom prst="rect">
              <a:avLst/>
            </a:prstGeom>
            <a:solidFill>
              <a:schemeClr val="bg1"/>
            </a:solidFill>
            <a:ln w="9525" algn="ctr">
              <a:noFill/>
              <a:miter lim="800000"/>
              <a:headEnd/>
              <a:tailEnd/>
            </a:ln>
            <a:effectLst/>
          </p:spPr>
          <p:txBody>
            <a:bodyPr wrap="square" anchor="ctr">
              <a:spAutoFit/>
            </a:bodyPr>
            <a:lstStyle/>
            <a:p>
              <a:pPr algn="ctr"/>
              <a:r>
                <a:rPr lang="en-US" sz="1100" dirty="0">
                  <a:latin typeface="+mn-lt"/>
                </a:rPr>
                <a:t>Stop when converged</a:t>
              </a:r>
            </a:p>
          </p:txBody>
        </p:sp>
        <p:sp>
          <p:nvSpPr>
            <p:cNvPr id="73" name="Line 43">
              <a:extLst>
                <a:ext uri="{FF2B5EF4-FFF2-40B4-BE49-F238E27FC236}">
                  <a16:creationId xmlns:a16="http://schemas.microsoft.com/office/drawing/2014/main" id="{0CF43040-F9F0-6322-39E0-9AE8D8808D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9568" y="3166038"/>
              <a:ext cx="657225" cy="609600"/>
            </a:xfrm>
            <a:prstGeom prst="line">
              <a:avLst/>
            </a:prstGeom>
            <a:noFill/>
            <a:ln w="762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en-US" sz="1600"/>
            </a:p>
          </p:txBody>
        </p:sp>
      </p:grp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BF07571-7381-8637-00CE-BC76AE3105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4352806"/>
              </p:ext>
            </p:extLst>
          </p:nvPr>
        </p:nvGraphicFramePr>
        <p:xfrm>
          <a:off x="1125162" y="4024210"/>
          <a:ext cx="9039224" cy="2200275"/>
        </p:xfrm>
        <a:graphic>
          <a:graphicData uri="http://schemas.openxmlformats.org/drawingml/2006/table">
            <a:tbl>
              <a:tblPr>
                <a:tableStyleId>{D27102A9-8310-4765-A935-A1911B00CA55}</a:tableStyleId>
              </a:tblPr>
              <a:tblGrid>
                <a:gridCol w="1060190">
                  <a:extLst>
                    <a:ext uri="{9D8B030D-6E8A-4147-A177-3AD203B41FA5}">
                      <a16:colId xmlns:a16="http://schemas.microsoft.com/office/drawing/2014/main" val="2118841507"/>
                    </a:ext>
                  </a:extLst>
                </a:gridCol>
                <a:gridCol w="1060190">
                  <a:extLst>
                    <a:ext uri="{9D8B030D-6E8A-4147-A177-3AD203B41FA5}">
                      <a16:colId xmlns:a16="http://schemas.microsoft.com/office/drawing/2014/main" val="2434639206"/>
                    </a:ext>
                  </a:extLst>
                </a:gridCol>
                <a:gridCol w="1391498">
                  <a:extLst>
                    <a:ext uri="{9D8B030D-6E8A-4147-A177-3AD203B41FA5}">
                      <a16:colId xmlns:a16="http://schemas.microsoft.com/office/drawing/2014/main" val="3653485861"/>
                    </a:ext>
                  </a:extLst>
                </a:gridCol>
                <a:gridCol w="1678634">
                  <a:extLst>
                    <a:ext uri="{9D8B030D-6E8A-4147-A177-3AD203B41FA5}">
                      <a16:colId xmlns:a16="http://schemas.microsoft.com/office/drawing/2014/main" val="3576508436"/>
                    </a:ext>
                  </a:extLst>
                </a:gridCol>
                <a:gridCol w="1546110">
                  <a:extLst>
                    <a:ext uri="{9D8B030D-6E8A-4147-A177-3AD203B41FA5}">
                      <a16:colId xmlns:a16="http://schemas.microsoft.com/office/drawing/2014/main" val="498306824"/>
                    </a:ext>
                  </a:extLst>
                </a:gridCol>
                <a:gridCol w="1060190">
                  <a:extLst>
                    <a:ext uri="{9D8B030D-6E8A-4147-A177-3AD203B41FA5}">
                      <a16:colId xmlns:a16="http://schemas.microsoft.com/office/drawing/2014/main" val="1390665759"/>
                    </a:ext>
                  </a:extLst>
                </a:gridCol>
                <a:gridCol w="1242412">
                  <a:extLst>
                    <a:ext uri="{9D8B030D-6E8A-4147-A177-3AD203B41FA5}">
                      <a16:colId xmlns:a16="http://schemas.microsoft.com/office/drawing/2014/main" val="113499341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TOGW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W-fixed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Fuel fraction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Weight fraction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Empty weight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TOGW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Difference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458089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i="1" u="none" strike="noStrike" dirty="0">
                          <a:effectLst/>
                        </a:rPr>
                        <a:t>50000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10800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0.3773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21803.44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57868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853351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57868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10800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0.3773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24977.66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56524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-1344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829489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56524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10800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0.43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24437.64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56735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6132980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56735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10800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24522.47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56701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-34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44199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56701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10800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24508.97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56707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75628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56707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10800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0.3773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0.43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>
                          <a:effectLst/>
                        </a:rPr>
                        <a:t>24511.12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56706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2000" u="none" strike="noStrike" dirty="0">
                          <a:effectLst/>
                        </a:rPr>
                        <a:t>-1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1520921"/>
                  </a:ext>
                </a:extLst>
              </a:tr>
            </a:tbl>
          </a:graphicData>
        </a:graphic>
      </p:graphicFrame>
      <p:sp>
        <p:nvSpPr>
          <p:cNvPr id="9" name="Rectangle 39">
            <a:extLst>
              <a:ext uri="{FF2B5EF4-FFF2-40B4-BE49-F238E27FC236}">
                <a16:creationId xmlns:a16="http://schemas.microsoft.com/office/drawing/2014/main" id="{28399E27-B51D-4956-CD1A-28A634CBB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64386" y="5301155"/>
            <a:ext cx="1539424" cy="923330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algn="ctr"/>
            <a:r>
              <a:rPr lang="en-US" sz="1800" dirty="0">
                <a:solidFill>
                  <a:srgbClr val="8C2043"/>
                </a:solidFill>
                <a:latin typeface="+mn-lt"/>
              </a:rPr>
              <a:t>Is it a reasonable estimate?</a:t>
            </a:r>
          </a:p>
        </p:txBody>
      </p:sp>
    </p:spTree>
    <p:extLst>
      <p:ext uri="{BB962C8B-B14F-4D97-AF65-F5344CB8AC3E}">
        <p14:creationId xmlns:p14="http://schemas.microsoft.com/office/powerpoint/2010/main" val="80510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99CE2D-7897-8B68-B72D-5F53B2CBF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solidFill>
                  <a:srgbClr val="75787B"/>
                </a:solidFill>
              </a:rPr>
              <a:t>Sanity Check</a:t>
            </a:r>
            <a:endParaRPr lang="en-US" sz="2800" dirty="0">
              <a:solidFill>
                <a:srgbClr val="75787B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AEC11-F268-44E3-CA9D-3651FA1DC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726" y="1123951"/>
            <a:ext cx="4676553" cy="312577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3715448-6C61-2250-1F7C-5FD7799E42BA}"/>
              </a:ext>
            </a:extLst>
          </p:cNvPr>
          <p:cNvSpPr/>
          <p:nvPr/>
        </p:nvSpPr>
        <p:spPr>
          <a:xfrm>
            <a:off x="5002991" y="4552297"/>
            <a:ext cx="24620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W</a:t>
            </a:r>
            <a:r>
              <a:rPr lang="en-US" i="1" baseline="-25000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TO</a:t>
            </a:r>
            <a:r>
              <a:rPr lang="en-US" i="1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  </a:t>
            </a:r>
            <a:r>
              <a:rPr lang="en-US" dirty="0">
                <a:solidFill>
                  <a:srgbClr val="75787B"/>
                </a:solidFill>
                <a:latin typeface="+mn-lt"/>
                <a:ea typeface="+mn-ea"/>
                <a:cs typeface="Times New Roman" pitchFamily="18" charset="0"/>
              </a:rPr>
              <a:t>= 52,539 lbs.</a:t>
            </a:r>
            <a:endParaRPr lang="en-US" b="1" i="1" dirty="0">
              <a:solidFill>
                <a:srgbClr val="75787B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42F907-A432-5FB1-FC56-57A83811A317}"/>
              </a:ext>
            </a:extLst>
          </p:cNvPr>
          <p:cNvSpPr txBox="1">
            <a:spLocks/>
          </p:cNvSpPr>
          <p:nvPr/>
        </p:nvSpPr>
        <p:spPr>
          <a:xfrm>
            <a:off x="2652600" y="5316528"/>
            <a:ext cx="7162800" cy="685800"/>
          </a:xfrm>
          <a:prstGeom prst="rect">
            <a:avLst/>
          </a:prstGeom>
        </p:spPr>
        <p:txBody>
          <a:bodyPr>
            <a:norm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2600" b="1">
                <a:solidFill>
                  <a:srgbClr val="8E2344"/>
                </a:solidFill>
                <a:effectLst/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 b="1">
                <a:solidFill>
                  <a:srgbClr val="8E2344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Franklin Gothic Demi" pitchFamily="34" charset="0"/>
              </a:defRPr>
            </a:lvl9pPr>
          </a:lstStyle>
          <a:p>
            <a:pPr>
              <a:defRPr/>
            </a:pPr>
            <a:r>
              <a:rPr lang="en-US" i="1" kern="0" dirty="0">
                <a:solidFill>
                  <a:srgbClr val="75787B"/>
                </a:solidFill>
                <a:latin typeface="+mn-lt"/>
              </a:rPr>
              <a:t>We are in the “right ballpark”</a:t>
            </a:r>
          </a:p>
        </p:txBody>
      </p:sp>
    </p:spTree>
    <p:extLst>
      <p:ext uri="{BB962C8B-B14F-4D97-AF65-F5344CB8AC3E}">
        <p14:creationId xmlns:p14="http://schemas.microsoft.com/office/powerpoint/2010/main" val="224913926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itl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Intr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88241</TotalTime>
  <Words>703</Words>
  <Application>Microsoft Office PowerPoint</Application>
  <PresentationFormat>Widescreen</PresentationFormat>
  <Paragraphs>136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8" baseType="lpstr">
      <vt:lpstr>Aptos</vt:lpstr>
      <vt:lpstr>Arial</vt:lpstr>
      <vt:lpstr>Calibri</vt:lpstr>
      <vt:lpstr>Cambria Math</vt:lpstr>
      <vt:lpstr>Franklin Gothic Medium Cond</vt:lpstr>
      <vt:lpstr>Times</vt:lpstr>
      <vt:lpstr>Times New Roman</vt:lpstr>
      <vt:lpstr>Wingdings</vt:lpstr>
      <vt:lpstr>Custom Design</vt:lpstr>
      <vt:lpstr>Title</vt:lpstr>
      <vt:lpstr>1_Intro</vt:lpstr>
      <vt:lpstr>Step-by-Step Example: Notional ASW Aircraft  </vt:lpstr>
      <vt:lpstr>Step-by-Step Example: Fuel Fraction, W_fuel/W_TO  ,Estimation</vt:lpstr>
      <vt:lpstr>Fuel Fraction Estimation by Mission Segments</vt:lpstr>
      <vt:lpstr>Cruise Segment</vt:lpstr>
      <vt:lpstr>Loiter and Land Segments</vt:lpstr>
      <vt:lpstr>TOGW Iterations</vt:lpstr>
      <vt:lpstr>Sanity Check</vt:lpstr>
    </vt:vector>
  </TitlesOfParts>
  <Company>Davenport, 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Darshan Sarojini</dc:creator>
  <cp:lastModifiedBy>Sarojini, Darshan</cp:lastModifiedBy>
  <cp:revision>1748</cp:revision>
  <cp:lastPrinted>2000-12-29T19:50:46Z</cp:lastPrinted>
  <dcterms:created xsi:type="dcterms:W3CDTF">1999-01-17T16:38:09Z</dcterms:created>
  <dcterms:modified xsi:type="dcterms:W3CDTF">2026-07-24T17:42:35Z</dcterms:modified>
</cp:coreProperties>
</file>